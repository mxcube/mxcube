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7.xml.rels" ContentType="application/vnd.openxmlformats-package.relationships+xml"/>
  <Override PartName="/ppt/slideMasters/_rels/slideMaster116.xml.rels" ContentType="application/vnd.openxmlformats-package.relationships+xml"/>
  <Override PartName="/ppt/slideMasters/_rels/slideMaster115.xml.rels" ContentType="application/vnd.openxmlformats-package.relationships+xml"/>
  <Override PartName="/ppt/slideMasters/_rels/slideMaster114.xml.rels" ContentType="application/vnd.openxmlformats-package.relationships+xml"/>
  <Override PartName="/ppt/slideMasters/_rels/slideMaster96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9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06.xml.rels" ContentType="application/vnd.openxmlformats-package.relationships+xml"/>
  <Override PartName="/ppt/slideMasters/_rels/slideMaster9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36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35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129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134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118.xml.rels" ContentType="application/vnd.openxmlformats-package.relationships+xml"/>
  <Override PartName="/ppt/slideMasters/_rels/slideMaster128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33.xml.rels" ContentType="application/vnd.openxmlformats-package.relationships+xml"/>
  <Override PartName="/ppt/slideMasters/_rels/slideMaster132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27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19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12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125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26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138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101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137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30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13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117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02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0.xml.rels" ContentType="application/vnd.openxmlformats-package.relationships+xml"/>
  <Override PartName="/ppt/slideMasters/_rels/slideMaster103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110.xml.rels" ContentType="application/vnd.openxmlformats-package.relationships+xml"/>
  <Override PartName="/ppt/slideMasters/_rels/slideMaster89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111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112.xml.rels" ContentType="application/vnd.openxmlformats-package.relationships+xml"/>
  <Override PartName="/ppt/slideMasters/_rels/slideMaster11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8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86.xml.rels" ContentType="application/vnd.openxmlformats-package.relationships+xml"/>
  <Override PartName="/ppt/slideMasters/_rels/slideMaster120.xml.rels" ContentType="application/vnd.openxmlformats-package.relationships+xml"/>
  <Override PartName="/ppt/slideMasters/_rels/slideMaster9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7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07.xml.rels" ContentType="application/vnd.openxmlformats-package.relationships+xml"/>
  <Override PartName="/ppt/slideMasters/_rels/slideMaster121.xml.rels" ContentType="application/vnd.openxmlformats-package.relationships+xml"/>
  <Override PartName="/ppt/slideMasters/_rels/slideMaster88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08.xml.rels" ContentType="application/vnd.openxmlformats-package.relationships+xml"/>
  <Override PartName="/ppt/slideMasters/_rels/slideMaster122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109.xml.rels" ContentType="application/vnd.openxmlformats-package.relationships+xml"/>
  <Override PartName="/ppt/slideMasters/_rels/slideMaster12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97.xml.rels" ContentType="application/vnd.openxmlformats-package.relationships+xml"/>
  <Override PartName="/ppt/slideMasters/_rels/slideMaster98.xml.rels" ContentType="application/vnd.openxmlformats-package.relationships+xml"/>
  <Override PartName="/ppt/slideMasters/_rels/slideMaster9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4.xml.rels" ContentType="application/vnd.openxmlformats-package.relationships+xml"/>
  <Override PartName="/ppt/slideMasters/_rels/slideMaster92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05.xml.rels" ContentType="application/vnd.openxmlformats-package.relationships+xml"/>
  <Override PartName="/ppt/slideMasters/slideMaster127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17.xml" ContentType="application/vnd.openxmlformats-officedocument.presentationml.slideMaster+xml"/>
  <Override PartName="/ppt/presProps.xml" ContentType="application/vnd.openxmlformats-officedocument.presentationml.presProps+xml"/>
  <Override PartName="/ppt/theme/theme126.xml" ContentType="application/vnd.openxmlformats-officedocument.theme+xml"/>
  <Override PartName="/ppt/theme/theme43.xml" ContentType="application/vnd.openxmlformats-officedocument.theme+xml"/>
  <Override PartName="/ppt/theme/theme125.xml" ContentType="application/vnd.openxmlformats-officedocument.theme+xml"/>
  <Override PartName="/ppt/theme/theme42.xml" ContentType="application/vnd.openxmlformats-officedocument.theme+xml"/>
  <Override PartName="/ppt/theme/theme124.xml" ContentType="application/vnd.openxmlformats-officedocument.theme+xml"/>
  <Override PartName="/ppt/theme/theme41.xml" ContentType="application/vnd.openxmlformats-officedocument.theme+xml"/>
  <Override PartName="/ppt/theme/theme123.xml" ContentType="application/vnd.openxmlformats-officedocument.theme+xml"/>
  <Override PartName="/ppt/theme/theme40.xml" ContentType="application/vnd.openxmlformats-officedocument.theme+xml"/>
  <Override PartName="/ppt/theme/theme122.xml" ContentType="application/vnd.openxmlformats-officedocument.theme+xml"/>
  <Override PartName="/ppt/theme/theme121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95.xml" ContentType="application/vnd.openxmlformats-officedocument.theme+xml"/>
  <Override PartName="/ppt/theme/theme5.xml" ContentType="application/vnd.openxmlformats-officedocument.theme+xml"/>
  <Override PartName="/ppt/theme/theme110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96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29.xml" ContentType="application/vnd.openxmlformats-officedocument.theme+xml"/>
  <Override PartName="/ppt/theme/theme97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17.xml" ContentType="application/vnd.openxmlformats-officedocument.theme+xml"/>
  <Override PartName="/ppt/theme/theme10.xml" ContentType="application/vnd.openxmlformats-officedocument.theme+xml"/>
  <Override PartName="/ppt/theme/theme98.xml" ContentType="application/vnd.openxmlformats-officedocument.theme+xml"/>
  <Override PartName="/ppt/theme/theme8.xml" ContentType="application/vnd.openxmlformats-officedocument.theme+xml"/>
  <Override PartName="/ppt/theme/theme12.xml" ContentType="application/vnd.openxmlformats-officedocument.theme+xml"/>
  <Override PartName="/ppt/theme/theme80.xml" ContentType="application/vnd.openxmlformats-officedocument.theme+xml"/>
  <Override PartName="/ppt/theme/theme38.xml" ContentType="application/vnd.openxmlformats-officedocument.theme+xml"/>
  <Override PartName="/ppt/theme/theme48.xml" ContentType="application/vnd.openxmlformats-officedocument.theme+xml"/>
  <Override PartName="/ppt/theme/theme52.xml" ContentType="application/vnd.openxmlformats-officedocument.theme+xml"/>
  <Override PartName="/ppt/theme/theme135.xml" ContentType="application/vnd.openxmlformats-officedocument.theme+xml"/>
  <Override PartName="/ppt/theme/theme39.xml" ContentType="application/vnd.openxmlformats-officedocument.theme+xml"/>
  <Override PartName="/ppt/theme/theme100.xml" ContentType="application/vnd.openxmlformats-officedocument.theme+xml"/>
  <Override PartName="/ppt/theme/theme53.xml" ContentType="application/vnd.openxmlformats-officedocument.theme+xml"/>
  <Override PartName="/ppt/theme/theme136.xml" ContentType="application/vnd.openxmlformats-officedocument.theme+xml"/>
  <Override PartName="/ppt/theme/theme81.xml" ContentType="application/vnd.openxmlformats-officedocument.theme+xml"/>
  <Override PartName="/ppt/theme/theme13.xml" ContentType="application/vnd.openxmlformats-officedocument.theme+xml"/>
  <Override PartName="/ppt/theme/theme54.xml" ContentType="application/vnd.openxmlformats-officedocument.theme+xml"/>
  <Override PartName="/ppt/theme/theme137.xml" ContentType="application/vnd.openxmlformats-officedocument.theme+xml"/>
  <Override PartName="/ppt/theme/theme82.xml" ContentType="application/vnd.openxmlformats-officedocument.theme+xml"/>
  <Override PartName="/ppt/theme/theme14.xml" ContentType="application/vnd.openxmlformats-officedocument.theme+xml"/>
  <Override PartName="/ppt/theme/theme55.xml" ContentType="application/vnd.openxmlformats-officedocument.theme+xml"/>
  <Override PartName="/ppt/theme/theme138.xml" ContentType="application/vnd.openxmlformats-officedocument.theme+xml"/>
  <Override PartName="/ppt/theme/theme118.xml" ContentType="application/vnd.openxmlformats-officedocument.theme+xml"/>
  <Override PartName="/ppt/theme/theme35.xml" ContentType="application/vnd.openxmlformats-officedocument.theme+xml"/>
  <Override PartName="/ppt/theme/theme56.xml" ContentType="application/vnd.openxmlformats-officedocument.theme+xml"/>
  <Override PartName="/ppt/theme/theme130.xml" ContentType="application/vnd.openxmlformats-officedocument.theme+xml"/>
  <Override PartName="/ppt/theme/theme69.xml" ContentType="application/vnd.openxmlformats-officedocument.theme+xml"/>
  <Override PartName="/ppt/theme/theme131.xml" ContentType="application/vnd.openxmlformats-officedocument.theme+xml"/>
  <Override PartName="/ppt/theme/theme37.xml" ContentType="application/vnd.openxmlformats-officedocument.theme+xml"/>
  <Override PartName="/ppt/theme/theme50.xml" ContentType="application/vnd.openxmlformats-officedocument.theme+xml"/>
  <Override PartName="/ppt/theme/theme133.xml" ContentType="application/vnd.openxmlformats-officedocument.theme+xml"/>
  <Override PartName="/ppt/theme/theme129.xml" ContentType="application/vnd.openxmlformats-officedocument.theme+xml"/>
  <Override PartName="/ppt/theme/theme46.xml" ContentType="application/vnd.openxmlformats-officedocument.theme+xml"/>
  <Override PartName="/ppt/theme/theme132.xml" ContentType="application/vnd.openxmlformats-officedocument.theme+xml"/>
  <Override PartName="/ppt/theme/theme128.xml" ContentType="application/vnd.openxmlformats-officedocument.theme+xml"/>
  <Override PartName="/ppt/theme/theme45.xml" ContentType="application/vnd.openxmlformats-officedocument.theme+xml"/>
  <Override PartName="/ppt/theme/theme119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99.xml" ContentType="application/vnd.openxmlformats-officedocument.theme+xml"/>
  <Override PartName="/ppt/theme/theme51.xml" ContentType="application/vnd.openxmlformats-officedocument.theme+xml"/>
  <Override PartName="/ppt/theme/theme134.xml" ContentType="application/vnd.openxmlformats-officedocument.theme+xml"/>
  <Override PartName="/ppt/theme/theme47.xml" ContentType="application/vnd.openxmlformats-officedocument.theme+xml"/>
  <Override PartName="/ppt/theme/theme15.xml" ContentType="application/vnd.openxmlformats-officedocument.theme+xml"/>
  <Override PartName="/ppt/theme/theme83.xml" ContentType="application/vnd.openxmlformats-officedocument.theme+xml"/>
  <Override PartName="/ppt/theme/theme57.xml" ContentType="application/vnd.openxmlformats-officedocument.theme+xml"/>
  <Override PartName="/ppt/theme/theme44.xml" ContentType="application/vnd.openxmlformats-officedocument.theme+xml"/>
  <Override PartName="/ppt/theme/theme127.xml" ContentType="application/vnd.openxmlformats-officedocument.theme+xml"/>
  <Override PartName="/ppt/theme/theme16.xml" ContentType="application/vnd.openxmlformats-officedocument.theme+xml"/>
  <Override PartName="/ppt/theme/theme84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120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17.xml" ContentType="application/vnd.openxmlformats-officedocument.theme+xml"/>
  <Override PartName="/ppt/theme/theme85.xml" ContentType="application/vnd.openxmlformats-officedocument.theme+xml"/>
  <Override PartName="/ppt/theme/theme18.xml" ContentType="application/vnd.openxmlformats-officedocument.theme+xml"/>
  <Override PartName="/ppt/theme/theme86.xml" ContentType="application/vnd.openxmlformats-officedocument.theme+xml"/>
  <Override PartName="/ppt/theme/theme19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20.xml" ContentType="application/vnd.openxmlformats-officedocument.theme+xml"/>
  <Override PartName="/ppt/theme/theme103.xml" ContentType="application/vnd.openxmlformats-officedocument.theme+xml"/>
  <Override PartName="/ppt/theme/theme21.xml" ContentType="application/vnd.openxmlformats-officedocument.theme+xml"/>
  <Override PartName="/ppt/theme/theme104.xml" ContentType="application/vnd.openxmlformats-officedocument.theme+xml"/>
  <Override PartName="/ppt/theme/theme22.xml" ContentType="application/vnd.openxmlformats-officedocument.theme+xml"/>
  <Override PartName="/ppt/theme/theme90.xml" ContentType="application/vnd.openxmlformats-officedocument.theme+xml"/>
  <Override PartName="/ppt/theme/theme105.xml" ContentType="application/vnd.openxmlformats-officedocument.theme+xml"/>
  <Override PartName="/ppt/theme/theme91.xml" ContentType="application/vnd.openxmlformats-officedocument.theme+xml"/>
  <Override PartName="/ppt/theme/theme23.xml" ContentType="application/vnd.openxmlformats-officedocument.theme+xml"/>
  <Override PartName="/ppt/theme/theme106.xml" ContentType="application/vnd.openxmlformats-officedocument.theme+xml"/>
  <Override PartName="/ppt/theme/theme92.xml" ContentType="application/vnd.openxmlformats-officedocument.theme+xml"/>
  <Override PartName="/ppt/theme/theme24.xml" ContentType="application/vnd.openxmlformats-officedocument.theme+xml"/>
  <Override PartName="/ppt/theme/theme107.xml" ContentType="application/vnd.openxmlformats-officedocument.theme+xml"/>
  <Override PartName="/ppt/theme/theme93.xml" ContentType="application/vnd.openxmlformats-officedocument.theme+xml"/>
  <Override PartName="/ppt/theme/theme25.xml" ContentType="application/vnd.openxmlformats-officedocument.theme+xml"/>
  <Override PartName="/ppt/theme/theme108.xml" ContentType="application/vnd.openxmlformats-officedocument.theme+xml"/>
  <Override PartName="/ppt/theme/theme26.xml" ContentType="application/vnd.openxmlformats-officedocument.theme+xml"/>
  <Override PartName="/ppt/theme/theme94.xml" ContentType="application/vnd.openxmlformats-officedocument.theme+xml"/>
  <Override PartName="/ppt/theme/theme109.xml" ContentType="application/vnd.openxmlformats-officedocument.theme+xml"/>
  <Override PartName="/ppt/theme/theme111.xml" ContentType="application/vnd.openxmlformats-officedocument.theme+xml"/>
  <Override PartName="/ppt/theme/theme112.xml" ContentType="application/vnd.openxmlformats-officedocument.theme+xml"/>
  <Override PartName="/ppt/theme/theme30.xml" ContentType="application/vnd.openxmlformats-officedocument.theme+xml"/>
  <Override PartName="/ppt/theme/theme113.xml" ContentType="application/vnd.openxmlformats-officedocument.theme+xml"/>
  <Override PartName="/ppt/theme/theme31.xml" ContentType="application/vnd.openxmlformats-officedocument.theme+xml"/>
  <Override PartName="/ppt/theme/theme114.xml" ContentType="application/vnd.openxmlformats-officedocument.theme+xml"/>
  <Override PartName="/ppt/theme/theme32.xml" ContentType="application/vnd.openxmlformats-officedocument.theme+xml"/>
  <Override PartName="/ppt/theme/theme115.xml" ContentType="application/vnd.openxmlformats-officedocument.theme+xml"/>
  <Override PartName="/ppt/theme/theme116.xml" ContentType="application/vnd.openxmlformats-officedocument.theme+xml"/>
  <Override PartName="/ppt/theme/theme3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media5.webm" ContentType="video/webm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10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5.xml.rels" ContentType="application/vnd.openxmlformats-package.relationships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34" r:id="rId41"/>
    <p:sldMasterId id="2147483736" r:id="rId42"/>
    <p:sldMasterId id="2147483738" r:id="rId43"/>
    <p:sldMasterId id="2147483740" r:id="rId44"/>
    <p:sldMasterId id="2147483742" r:id="rId45"/>
    <p:sldMasterId id="2147483744" r:id="rId46"/>
    <p:sldMasterId id="2147483746" r:id="rId47"/>
    <p:sldMasterId id="2147483748" r:id="rId48"/>
    <p:sldMasterId id="2147483750" r:id="rId49"/>
    <p:sldMasterId id="2147483752" r:id="rId50"/>
    <p:sldMasterId id="2147483754" r:id="rId51"/>
    <p:sldMasterId id="2147483756" r:id="rId52"/>
    <p:sldMasterId id="2147483758" r:id="rId53"/>
    <p:sldMasterId id="2147483760" r:id="rId54"/>
    <p:sldMasterId id="2147483762" r:id="rId55"/>
    <p:sldMasterId id="2147483764" r:id="rId56"/>
    <p:sldMasterId id="2147483766" r:id="rId57"/>
    <p:sldMasterId id="2147483768" r:id="rId58"/>
    <p:sldMasterId id="2147483770" r:id="rId59"/>
    <p:sldMasterId id="2147483772" r:id="rId60"/>
    <p:sldMasterId id="2147483774" r:id="rId61"/>
    <p:sldMasterId id="2147483776" r:id="rId62"/>
    <p:sldMasterId id="2147483778" r:id="rId63"/>
    <p:sldMasterId id="2147483780" r:id="rId64"/>
    <p:sldMasterId id="2147483782" r:id="rId65"/>
    <p:sldMasterId id="2147483784" r:id="rId66"/>
    <p:sldMasterId id="2147483786" r:id="rId67"/>
    <p:sldMasterId id="2147483788" r:id="rId68"/>
    <p:sldMasterId id="2147483790" r:id="rId69"/>
    <p:sldMasterId id="2147483792" r:id="rId70"/>
    <p:sldMasterId id="2147483794" r:id="rId71"/>
    <p:sldMasterId id="2147483796" r:id="rId72"/>
    <p:sldMasterId id="2147483798" r:id="rId73"/>
    <p:sldMasterId id="2147483800" r:id="rId74"/>
    <p:sldMasterId id="2147483802" r:id="rId75"/>
    <p:sldMasterId id="2147483804" r:id="rId76"/>
    <p:sldMasterId id="2147483806" r:id="rId77"/>
    <p:sldMasterId id="2147483808" r:id="rId78"/>
    <p:sldMasterId id="2147483810" r:id="rId79"/>
    <p:sldMasterId id="2147483812" r:id="rId80"/>
    <p:sldMasterId id="2147483814" r:id="rId81"/>
    <p:sldMasterId id="2147483816" r:id="rId82"/>
    <p:sldMasterId id="2147483818" r:id="rId83"/>
    <p:sldMasterId id="2147483820" r:id="rId84"/>
    <p:sldMasterId id="2147483822" r:id="rId85"/>
    <p:sldMasterId id="2147483824" r:id="rId86"/>
    <p:sldMasterId id="2147483826" r:id="rId87"/>
    <p:sldMasterId id="2147483828" r:id="rId88"/>
    <p:sldMasterId id="2147483830" r:id="rId89"/>
    <p:sldMasterId id="2147483832" r:id="rId90"/>
    <p:sldMasterId id="2147483834" r:id="rId91"/>
    <p:sldMasterId id="2147483836" r:id="rId92"/>
    <p:sldMasterId id="2147483838" r:id="rId93"/>
    <p:sldMasterId id="2147483840" r:id="rId94"/>
    <p:sldMasterId id="2147483842" r:id="rId95"/>
    <p:sldMasterId id="2147483844" r:id="rId96"/>
    <p:sldMasterId id="2147483846" r:id="rId97"/>
    <p:sldMasterId id="2147483848" r:id="rId98"/>
    <p:sldMasterId id="2147483850" r:id="rId99"/>
    <p:sldMasterId id="2147483852" r:id="rId100"/>
    <p:sldMasterId id="2147483854" r:id="rId101"/>
    <p:sldMasterId id="2147483856" r:id="rId102"/>
    <p:sldMasterId id="2147483858" r:id="rId103"/>
    <p:sldMasterId id="2147483860" r:id="rId104"/>
    <p:sldMasterId id="2147483862" r:id="rId105"/>
    <p:sldMasterId id="2147483864" r:id="rId106"/>
    <p:sldMasterId id="2147483866" r:id="rId107"/>
    <p:sldMasterId id="2147483868" r:id="rId108"/>
    <p:sldMasterId id="2147483870" r:id="rId109"/>
    <p:sldMasterId id="2147483872" r:id="rId110"/>
    <p:sldMasterId id="2147483874" r:id="rId111"/>
    <p:sldMasterId id="2147483876" r:id="rId112"/>
    <p:sldMasterId id="2147483878" r:id="rId113"/>
    <p:sldMasterId id="2147483880" r:id="rId114"/>
    <p:sldMasterId id="2147483882" r:id="rId115"/>
    <p:sldMasterId id="2147483884" r:id="rId116"/>
    <p:sldMasterId id="2147483886" r:id="rId117"/>
    <p:sldMasterId id="2147483888" r:id="rId118"/>
    <p:sldMasterId id="2147483890" r:id="rId119"/>
    <p:sldMasterId id="2147483892" r:id="rId120"/>
    <p:sldMasterId id="2147483894" r:id="rId121"/>
    <p:sldMasterId id="2147483896" r:id="rId122"/>
    <p:sldMasterId id="2147483898" r:id="rId123"/>
    <p:sldMasterId id="2147483900" r:id="rId124"/>
    <p:sldMasterId id="2147483902" r:id="rId125"/>
    <p:sldMasterId id="2147483904" r:id="rId126"/>
    <p:sldMasterId id="2147483906" r:id="rId127"/>
    <p:sldMasterId id="2147483908" r:id="rId128"/>
    <p:sldMasterId id="2147483910" r:id="rId129"/>
    <p:sldMasterId id="2147483912" r:id="rId130"/>
    <p:sldMasterId id="2147483914" r:id="rId131"/>
    <p:sldMasterId id="2147483916" r:id="rId132"/>
    <p:sldMasterId id="2147483918" r:id="rId133"/>
    <p:sldMasterId id="2147483920" r:id="rId134"/>
    <p:sldMasterId id="2147483922" r:id="rId135"/>
    <p:sldMasterId id="2147483924" r:id="rId136"/>
    <p:sldMasterId id="2147483926" r:id="rId137"/>
    <p:sldMasterId id="2147483928" r:id="rId138"/>
    <p:sldMasterId id="2147483930" r:id="rId139"/>
  </p:sldMasterIdLst>
  <p:sldIdLst>
    <p:sldId id="256" r:id="rId140"/>
    <p:sldId id="257" r:id="rId141"/>
    <p:sldId id="258" r:id="rId142"/>
    <p:sldId id="259" r:id="rId143"/>
    <p:sldId id="260" r:id="rId144"/>
    <p:sldId id="261" r:id="rId145"/>
    <p:sldId id="262" r:id="rId146"/>
    <p:sldId id="263" r:id="rId147"/>
    <p:sldId id="264" r:id="rId1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Master" Target="slideMasters/slideMaster86.xml"/><Relationship Id="rId88" Type="http://schemas.openxmlformats.org/officeDocument/2006/relationships/slideMaster" Target="slideMasters/slideMaster87.xml"/><Relationship Id="rId89" Type="http://schemas.openxmlformats.org/officeDocument/2006/relationships/slideMaster" Target="slideMasters/slideMaster88.xml"/><Relationship Id="rId90" Type="http://schemas.openxmlformats.org/officeDocument/2006/relationships/slideMaster" Target="slideMasters/slideMaster89.xml"/><Relationship Id="rId91" Type="http://schemas.openxmlformats.org/officeDocument/2006/relationships/slideMaster" Target="slideMasters/slideMaster90.xml"/><Relationship Id="rId92" Type="http://schemas.openxmlformats.org/officeDocument/2006/relationships/slideMaster" Target="slideMasters/slideMaster91.xml"/><Relationship Id="rId93" Type="http://schemas.openxmlformats.org/officeDocument/2006/relationships/slideMaster" Target="slideMasters/slideMaster92.xml"/><Relationship Id="rId94" Type="http://schemas.openxmlformats.org/officeDocument/2006/relationships/slideMaster" Target="slideMasters/slideMaster93.xml"/><Relationship Id="rId95" Type="http://schemas.openxmlformats.org/officeDocument/2006/relationships/slideMaster" Target="slideMasters/slideMaster94.xml"/><Relationship Id="rId96" Type="http://schemas.openxmlformats.org/officeDocument/2006/relationships/slideMaster" Target="slideMasters/slideMaster95.xml"/><Relationship Id="rId97" Type="http://schemas.openxmlformats.org/officeDocument/2006/relationships/slideMaster" Target="slideMasters/slideMaster96.xml"/><Relationship Id="rId98" Type="http://schemas.openxmlformats.org/officeDocument/2006/relationships/slideMaster" Target="slideMasters/slideMaster97.xml"/><Relationship Id="rId99" Type="http://schemas.openxmlformats.org/officeDocument/2006/relationships/slideMaster" Target="slideMasters/slideMaster98.xml"/><Relationship Id="rId100" Type="http://schemas.openxmlformats.org/officeDocument/2006/relationships/slideMaster" Target="slideMasters/slideMaster99.xml"/><Relationship Id="rId101" Type="http://schemas.openxmlformats.org/officeDocument/2006/relationships/slideMaster" Target="slideMasters/slideMaster100.xml"/><Relationship Id="rId102" Type="http://schemas.openxmlformats.org/officeDocument/2006/relationships/slideMaster" Target="slideMasters/slideMaster101.xml"/><Relationship Id="rId103" Type="http://schemas.openxmlformats.org/officeDocument/2006/relationships/slideMaster" Target="slideMasters/slideMaster102.xml"/><Relationship Id="rId104" Type="http://schemas.openxmlformats.org/officeDocument/2006/relationships/slideMaster" Target="slideMasters/slideMaster103.xml"/><Relationship Id="rId105" Type="http://schemas.openxmlformats.org/officeDocument/2006/relationships/slideMaster" Target="slideMasters/slideMaster104.xml"/><Relationship Id="rId106" Type="http://schemas.openxmlformats.org/officeDocument/2006/relationships/slideMaster" Target="slideMasters/slideMaster105.xml"/><Relationship Id="rId107" Type="http://schemas.openxmlformats.org/officeDocument/2006/relationships/slideMaster" Target="slideMasters/slideMaster106.xml"/><Relationship Id="rId108" Type="http://schemas.openxmlformats.org/officeDocument/2006/relationships/slideMaster" Target="slideMasters/slideMaster107.xml"/><Relationship Id="rId109" Type="http://schemas.openxmlformats.org/officeDocument/2006/relationships/slideMaster" Target="slideMasters/slideMaster108.xml"/><Relationship Id="rId110" Type="http://schemas.openxmlformats.org/officeDocument/2006/relationships/slideMaster" Target="slideMasters/slideMaster109.xml"/><Relationship Id="rId111" Type="http://schemas.openxmlformats.org/officeDocument/2006/relationships/slideMaster" Target="slideMasters/slideMaster110.xml"/><Relationship Id="rId112" Type="http://schemas.openxmlformats.org/officeDocument/2006/relationships/slideMaster" Target="slideMasters/slideMaster111.xml"/><Relationship Id="rId113" Type="http://schemas.openxmlformats.org/officeDocument/2006/relationships/slideMaster" Target="slideMasters/slideMaster112.xml"/><Relationship Id="rId114" Type="http://schemas.openxmlformats.org/officeDocument/2006/relationships/slideMaster" Target="slideMasters/slideMaster113.xml"/><Relationship Id="rId115" Type="http://schemas.openxmlformats.org/officeDocument/2006/relationships/slideMaster" Target="slideMasters/slideMaster114.xml"/><Relationship Id="rId116" Type="http://schemas.openxmlformats.org/officeDocument/2006/relationships/slideMaster" Target="slideMasters/slideMaster115.xml"/><Relationship Id="rId117" Type="http://schemas.openxmlformats.org/officeDocument/2006/relationships/slideMaster" Target="slideMasters/slideMaster116.xml"/><Relationship Id="rId118" Type="http://schemas.openxmlformats.org/officeDocument/2006/relationships/slideMaster" Target="slideMasters/slideMaster117.xml"/><Relationship Id="rId119" Type="http://schemas.openxmlformats.org/officeDocument/2006/relationships/slideMaster" Target="slideMasters/slideMaster118.xml"/><Relationship Id="rId120" Type="http://schemas.openxmlformats.org/officeDocument/2006/relationships/slideMaster" Target="slideMasters/slideMaster119.xml"/><Relationship Id="rId121" Type="http://schemas.openxmlformats.org/officeDocument/2006/relationships/slideMaster" Target="slideMasters/slideMaster120.xml"/><Relationship Id="rId122" Type="http://schemas.openxmlformats.org/officeDocument/2006/relationships/slideMaster" Target="slideMasters/slideMaster121.xml"/><Relationship Id="rId123" Type="http://schemas.openxmlformats.org/officeDocument/2006/relationships/slideMaster" Target="slideMasters/slideMaster122.xml"/><Relationship Id="rId124" Type="http://schemas.openxmlformats.org/officeDocument/2006/relationships/slideMaster" Target="slideMasters/slideMaster123.xml"/><Relationship Id="rId125" Type="http://schemas.openxmlformats.org/officeDocument/2006/relationships/slideMaster" Target="slideMasters/slideMaster124.xml"/><Relationship Id="rId126" Type="http://schemas.openxmlformats.org/officeDocument/2006/relationships/slideMaster" Target="slideMasters/slideMaster125.xml"/><Relationship Id="rId127" Type="http://schemas.openxmlformats.org/officeDocument/2006/relationships/slideMaster" Target="slideMasters/slideMaster126.xml"/><Relationship Id="rId128" Type="http://schemas.openxmlformats.org/officeDocument/2006/relationships/slideMaster" Target="slideMasters/slideMaster127.xml"/><Relationship Id="rId129" Type="http://schemas.openxmlformats.org/officeDocument/2006/relationships/slideMaster" Target="slideMasters/slideMaster128.xml"/><Relationship Id="rId130" Type="http://schemas.openxmlformats.org/officeDocument/2006/relationships/slideMaster" Target="slideMasters/slideMaster129.xml"/><Relationship Id="rId131" Type="http://schemas.openxmlformats.org/officeDocument/2006/relationships/slideMaster" Target="slideMasters/slideMaster130.xml"/><Relationship Id="rId132" Type="http://schemas.openxmlformats.org/officeDocument/2006/relationships/slideMaster" Target="slideMasters/slideMaster131.xml"/><Relationship Id="rId133" Type="http://schemas.openxmlformats.org/officeDocument/2006/relationships/slideMaster" Target="slideMasters/slideMaster132.xml"/><Relationship Id="rId134" Type="http://schemas.openxmlformats.org/officeDocument/2006/relationships/slideMaster" Target="slideMasters/slideMaster133.xml"/><Relationship Id="rId135" Type="http://schemas.openxmlformats.org/officeDocument/2006/relationships/slideMaster" Target="slideMasters/slideMaster134.xml"/><Relationship Id="rId136" Type="http://schemas.openxmlformats.org/officeDocument/2006/relationships/slideMaster" Target="slideMasters/slideMaster135.xml"/><Relationship Id="rId137" Type="http://schemas.openxmlformats.org/officeDocument/2006/relationships/slideMaster" Target="slideMasters/slideMaster136.xml"/><Relationship Id="rId138" Type="http://schemas.openxmlformats.org/officeDocument/2006/relationships/slideMaster" Target="slideMasters/slideMaster137.xml"/><Relationship Id="rId139" Type="http://schemas.openxmlformats.org/officeDocument/2006/relationships/slideMaster" Target="slideMasters/slideMaster138.xml"/><Relationship Id="rId140" Type="http://schemas.openxmlformats.org/officeDocument/2006/relationships/slide" Target="slides/slide1.xml"/><Relationship Id="rId141" Type="http://schemas.openxmlformats.org/officeDocument/2006/relationships/slide" Target="slides/slide2.xml"/><Relationship Id="rId142" Type="http://schemas.openxmlformats.org/officeDocument/2006/relationships/slide" Target="slides/slide3.xml"/><Relationship Id="rId143" Type="http://schemas.openxmlformats.org/officeDocument/2006/relationships/slide" Target="slides/slide4.xml"/><Relationship Id="rId144" Type="http://schemas.openxmlformats.org/officeDocument/2006/relationships/slide" Target="slides/slide5.xml"/><Relationship Id="rId145" Type="http://schemas.openxmlformats.org/officeDocument/2006/relationships/slide" Target="slides/slide6.xml"/><Relationship Id="rId146" Type="http://schemas.openxmlformats.org/officeDocument/2006/relationships/slide" Target="slides/slide7.xml"/><Relationship Id="rId147" Type="http://schemas.openxmlformats.org/officeDocument/2006/relationships/slide" Target="slides/slide8.xml"/><Relationship Id="rId148" Type="http://schemas.openxmlformats.org/officeDocument/2006/relationships/slide" Target="slides/slide9.xml"/><Relationship Id="rId1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5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6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7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8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1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2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3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4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5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6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7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8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9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0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2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3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4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5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6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7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8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9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0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1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3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4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5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6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7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5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1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7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3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3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9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7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1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8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9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3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3" name="PlaceHolder 5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3" name="PlaceHolder 4"/>
          <p:cNvSpPr>
            <a:spLocks noGrp="1"/>
          </p:cNvSpPr>
          <p:nvPr>
            <p:ph/>
          </p:nvPr>
        </p:nvSpPr>
        <p:spPr>
          <a:xfrm>
            <a:off x="6230520" y="36802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1" name="PlaceHolder 3"/>
          <p:cNvSpPr>
            <a:spLocks noGrp="1"/>
          </p:cNvSpPr>
          <p:nvPr>
            <p:ph/>
          </p:nvPr>
        </p:nvSpPr>
        <p:spPr>
          <a:xfrm>
            <a:off x="6230520" y="1604520"/>
            <a:ext cx="535284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8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9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0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1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2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3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4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5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6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7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8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9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0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5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6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7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8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9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0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1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2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3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4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5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6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7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8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9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0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1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2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3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4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5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6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8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9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0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1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2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3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4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5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6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7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8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9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0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1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2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3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4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5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6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9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7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10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8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10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9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10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0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10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1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10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2.xml"/>
</Relationships>
</file>

<file path=ppt/slideMasters/_rels/slideMaster105.xml.rels><?xml version="1.0" encoding="UTF-8"?>
<Relationships xmlns="http://schemas.openxmlformats.org/package/2006/relationships"><Relationship Id="rId1" Type="http://schemas.openxmlformats.org/officeDocument/2006/relationships/theme" Target="../theme/theme10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3.xml"/>
</Relationships>
</file>

<file path=ppt/slideMasters/_rels/slideMaster106.xml.rels><?xml version="1.0" encoding="UTF-8"?>
<Relationships xmlns="http://schemas.openxmlformats.org/package/2006/relationships"><Relationship Id="rId1" Type="http://schemas.openxmlformats.org/officeDocument/2006/relationships/theme" Target="../theme/theme10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4.xml"/>
</Relationships>
</file>

<file path=ppt/slideMasters/_rels/slideMaster107.xml.rels><?xml version="1.0" encoding="UTF-8"?>
<Relationships xmlns="http://schemas.openxmlformats.org/package/2006/relationships"><Relationship Id="rId1" Type="http://schemas.openxmlformats.org/officeDocument/2006/relationships/theme" Target="../theme/theme10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5.xml"/>
</Relationships>
</file>

<file path=ppt/slideMasters/_rels/slideMaster108.xml.rels><?xml version="1.0" encoding="UTF-8"?>
<Relationships xmlns="http://schemas.openxmlformats.org/package/2006/relationships"><Relationship Id="rId1" Type="http://schemas.openxmlformats.org/officeDocument/2006/relationships/theme" Target="../theme/theme10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6.xml"/>
</Relationships>
</file>

<file path=ppt/slideMasters/_rels/slideMaster109.xml.rels><?xml version="1.0" encoding="UTF-8"?>
<Relationships xmlns="http://schemas.openxmlformats.org/package/2006/relationships"><Relationship Id="rId1" Type="http://schemas.openxmlformats.org/officeDocument/2006/relationships/theme" Target="../theme/theme10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7.xml"/>
</Relationships>
</file>

<file path=ppt/slideMasters/_rels/slideMaster110.xml.rels><?xml version="1.0" encoding="UTF-8"?>
<Relationships xmlns="http://schemas.openxmlformats.org/package/2006/relationships"><Relationship Id="rId1" Type="http://schemas.openxmlformats.org/officeDocument/2006/relationships/theme" Target="../theme/theme1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8.xml"/>
</Relationships>
</file>

<file path=ppt/slideMasters/_rels/slideMaster111.xml.rels><?xml version="1.0" encoding="UTF-8"?>
<Relationships xmlns="http://schemas.openxmlformats.org/package/2006/relationships"><Relationship Id="rId1" Type="http://schemas.openxmlformats.org/officeDocument/2006/relationships/theme" Target="../theme/theme1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9.xml"/>
</Relationships>
</file>

<file path=ppt/slideMasters/_rels/slideMaster112.xml.rels><?xml version="1.0" encoding="UTF-8"?>
<Relationships xmlns="http://schemas.openxmlformats.org/package/2006/relationships"><Relationship Id="rId1" Type="http://schemas.openxmlformats.org/officeDocument/2006/relationships/theme" Target="../theme/theme1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0.xml"/>
</Relationships>
</file>

<file path=ppt/slideMasters/_rels/slideMaster113.xml.rels><?xml version="1.0" encoding="UTF-8"?>
<Relationships xmlns="http://schemas.openxmlformats.org/package/2006/relationships"><Relationship Id="rId1" Type="http://schemas.openxmlformats.org/officeDocument/2006/relationships/theme" Target="../theme/theme1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1.xml"/>
</Relationships>
</file>

<file path=ppt/slideMasters/_rels/slideMaster114.xml.rels><?xml version="1.0" encoding="UTF-8"?>
<Relationships xmlns="http://schemas.openxmlformats.org/package/2006/relationships"><Relationship Id="rId1" Type="http://schemas.openxmlformats.org/officeDocument/2006/relationships/theme" Target="../theme/theme1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2.xml"/>
</Relationships>
</file>

<file path=ppt/slideMasters/_rels/slideMaster115.xml.rels><?xml version="1.0" encoding="UTF-8"?>
<Relationships xmlns="http://schemas.openxmlformats.org/package/2006/relationships"><Relationship Id="rId1" Type="http://schemas.openxmlformats.org/officeDocument/2006/relationships/theme" Target="../theme/theme1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3.xml"/>
</Relationships>
</file>

<file path=ppt/slideMasters/_rels/slideMaster116.xml.rels><?xml version="1.0" encoding="UTF-8"?>
<Relationships xmlns="http://schemas.openxmlformats.org/package/2006/relationships"><Relationship Id="rId1" Type="http://schemas.openxmlformats.org/officeDocument/2006/relationships/theme" Target="../theme/theme1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4.xml"/>
</Relationships>
</file>

<file path=ppt/slideMasters/_rels/slideMaster117.xml.rels><?xml version="1.0" encoding="UTF-8"?>
<Relationships xmlns="http://schemas.openxmlformats.org/package/2006/relationships"><Relationship Id="rId1" Type="http://schemas.openxmlformats.org/officeDocument/2006/relationships/theme" Target="../theme/theme1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5.xml"/>
</Relationships>
</file>

<file path=ppt/slideMasters/_rels/slideMaster118.xml.rels><?xml version="1.0" encoding="UTF-8"?>
<Relationships xmlns="http://schemas.openxmlformats.org/package/2006/relationships"><Relationship Id="rId1" Type="http://schemas.openxmlformats.org/officeDocument/2006/relationships/theme" Target="../theme/theme1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6.xml"/>
</Relationships>
</file>

<file path=ppt/slideMasters/_rels/slideMaster119.xml.rels><?xml version="1.0" encoding="UTF-8"?>
<Relationships xmlns="http://schemas.openxmlformats.org/package/2006/relationships"><Relationship Id="rId1" Type="http://schemas.openxmlformats.org/officeDocument/2006/relationships/theme" Target="../theme/theme1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7.xml"/>
</Relationships>
</file>

<file path=ppt/slideMasters/_rels/slideMaster120.xml.rels><?xml version="1.0" encoding="UTF-8"?>
<Relationships xmlns="http://schemas.openxmlformats.org/package/2006/relationships"><Relationship Id="rId1" Type="http://schemas.openxmlformats.org/officeDocument/2006/relationships/theme" Target="../theme/theme1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8.xml"/>
</Relationships>
</file>

<file path=ppt/slideMasters/_rels/slideMaster121.xml.rels><?xml version="1.0" encoding="UTF-8"?>
<Relationships xmlns="http://schemas.openxmlformats.org/package/2006/relationships"><Relationship Id="rId1" Type="http://schemas.openxmlformats.org/officeDocument/2006/relationships/theme" Target="../theme/theme1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9.xml"/>
</Relationships>
</file>

<file path=ppt/slideMasters/_rels/slideMaster122.xml.rels><?xml version="1.0" encoding="UTF-8"?>
<Relationships xmlns="http://schemas.openxmlformats.org/package/2006/relationships"><Relationship Id="rId1" Type="http://schemas.openxmlformats.org/officeDocument/2006/relationships/theme" Target="../theme/theme1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0.xml"/>
</Relationships>
</file>

<file path=ppt/slideMasters/_rels/slideMaster123.xml.rels><?xml version="1.0" encoding="UTF-8"?>
<Relationships xmlns="http://schemas.openxmlformats.org/package/2006/relationships"><Relationship Id="rId1" Type="http://schemas.openxmlformats.org/officeDocument/2006/relationships/theme" Target="../theme/theme1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1.xml"/>
</Relationships>
</file>

<file path=ppt/slideMasters/_rels/slideMaster124.xml.rels><?xml version="1.0" encoding="UTF-8"?>
<Relationships xmlns="http://schemas.openxmlformats.org/package/2006/relationships"><Relationship Id="rId1" Type="http://schemas.openxmlformats.org/officeDocument/2006/relationships/theme" Target="../theme/theme12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2.xml"/>
</Relationships>
</file>

<file path=ppt/slideMasters/_rels/slideMaster125.xml.rels><?xml version="1.0" encoding="UTF-8"?>
<Relationships xmlns="http://schemas.openxmlformats.org/package/2006/relationships"><Relationship Id="rId1" Type="http://schemas.openxmlformats.org/officeDocument/2006/relationships/theme" Target="../theme/theme12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3.xml"/>
</Relationships>
</file>

<file path=ppt/slideMasters/_rels/slideMaster126.xml.rels><?xml version="1.0" encoding="UTF-8"?>
<Relationships xmlns="http://schemas.openxmlformats.org/package/2006/relationships"><Relationship Id="rId1" Type="http://schemas.openxmlformats.org/officeDocument/2006/relationships/theme" Target="../theme/theme12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4.xml"/>
</Relationships>
</file>

<file path=ppt/slideMasters/_rels/slideMaster127.xml.rels><?xml version="1.0" encoding="UTF-8"?>
<Relationships xmlns="http://schemas.openxmlformats.org/package/2006/relationships"><Relationship Id="rId1" Type="http://schemas.openxmlformats.org/officeDocument/2006/relationships/theme" Target="../theme/theme12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5.xml"/>
</Relationships>
</file>

<file path=ppt/slideMasters/_rels/slideMaster128.xml.rels><?xml version="1.0" encoding="UTF-8"?>
<Relationships xmlns="http://schemas.openxmlformats.org/package/2006/relationships"><Relationship Id="rId1" Type="http://schemas.openxmlformats.org/officeDocument/2006/relationships/theme" Target="../theme/theme12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6.xml"/>
</Relationships>
</file>

<file path=ppt/slideMasters/_rels/slideMaster129.xml.rels><?xml version="1.0" encoding="UTF-8"?>
<Relationships xmlns="http://schemas.openxmlformats.org/package/2006/relationships"><Relationship Id="rId1" Type="http://schemas.openxmlformats.org/officeDocument/2006/relationships/theme" Target="../theme/theme12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7.xml"/>
</Relationships>
</file>

<file path=ppt/slideMasters/_rels/slideMaster130.xml.rels><?xml version="1.0" encoding="UTF-8"?>
<Relationships xmlns="http://schemas.openxmlformats.org/package/2006/relationships"><Relationship Id="rId1" Type="http://schemas.openxmlformats.org/officeDocument/2006/relationships/theme" Target="../theme/theme13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8.xml"/>
</Relationships>
</file>

<file path=ppt/slideMasters/_rels/slideMaster131.xml.rels><?xml version="1.0" encoding="UTF-8"?>
<Relationships xmlns="http://schemas.openxmlformats.org/package/2006/relationships"><Relationship Id="rId1" Type="http://schemas.openxmlformats.org/officeDocument/2006/relationships/theme" Target="../theme/theme13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9.xml"/>
</Relationships>
</file>

<file path=ppt/slideMasters/_rels/slideMaster132.xml.rels><?xml version="1.0" encoding="UTF-8"?>
<Relationships xmlns="http://schemas.openxmlformats.org/package/2006/relationships"><Relationship Id="rId1" Type="http://schemas.openxmlformats.org/officeDocument/2006/relationships/theme" Target="../theme/theme13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0.xml"/>
</Relationships>
</file>

<file path=ppt/slideMasters/_rels/slideMaster133.xml.rels><?xml version="1.0" encoding="UTF-8"?>
<Relationships xmlns="http://schemas.openxmlformats.org/package/2006/relationships"><Relationship Id="rId1" Type="http://schemas.openxmlformats.org/officeDocument/2006/relationships/theme" Target="../theme/theme13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1.xml"/>
</Relationships>
</file>

<file path=ppt/slideMasters/_rels/slideMaster134.xml.rels><?xml version="1.0" encoding="UTF-8"?>
<Relationships xmlns="http://schemas.openxmlformats.org/package/2006/relationships"><Relationship Id="rId1" Type="http://schemas.openxmlformats.org/officeDocument/2006/relationships/theme" Target="../theme/theme13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2.xml"/>
</Relationships>
</file>

<file path=ppt/slideMasters/_rels/slideMaster135.xml.rels><?xml version="1.0" encoding="UTF-8"?>
<Relationships xmlns="http://schemas.openxmlformats.org/package/2006/relationships"><Relationship Id="rId1" Type="http://schemas.openxmlformats.org/officeDocument/2006/relationships/theme" Target="../theme/theme13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3.xml"/>
</Relationships>
</file>

<file path=ppt/slideMasters/_rels/slideMaster136.xml.rels><?xml version="1.0" encoding="UTF-8"?>
<Relationships xmlns="http://schemas.openxmlformats.org/package/2006/relationships"><Relationship Id="rId1" Type="http://schemas.openxmlformats.org/officeDocument/2006/relationships/theme" Target="../theme/theme13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4.xml"/>
</Relationships>
</file>

<file path=ppt/slideMasters/_rels/slideMaster137.xml.rels><?xml version="1.0" encoding="UTF-8"?>
<Relationships xmlns="http://schemas.openxmlformats.org/package/2006/relationships"><Relationship Id="rId1" Type="http://schemas.openxmlformats.org/officeDocument/2006/relationships/theme" Target="../theme/theme13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5.xml"/>
</Relationships>
</file>

<file path=ppt/slideMasters/_rels/slideMaster138.xml.rels><?xml version="1.0" encoding="UTF-8"?>
<Relationships xmlns="http://schemas.openxmlformats.org/package/2006/relationships"><Relationship Id="rId1" Type="http://schemas.openxmlformats.org/officeDocument/2006/relationships/theme" Target="../theme/theme13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livello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livello 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struttur</a:t>
            </a: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640" cy="53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4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4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6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6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8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8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9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2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4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7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8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2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2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2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3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4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3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8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3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3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0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3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1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3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3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3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3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3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3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3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3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6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3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7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3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8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3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3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3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0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3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3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2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3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3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3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3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3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6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3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7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3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3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3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3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2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3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3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4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3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3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3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1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3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3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7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6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3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8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3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3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3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3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1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3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1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3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1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4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3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3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3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3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3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3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6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3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7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3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8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8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3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9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3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3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0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3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1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3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2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3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3"/>
  </p:sldLayoutIdLst>
</p:sldMaster>
</file>

<file path=ppt/slideMasters/slideMaster10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3"/>
  </p:sldLayoutIdLst>
</p:sldMaster>
</file>

<file path=ppt/slideMasters/slideMaster10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4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3"/>
  </p:sldLayoutIdLst>
</p:sldMaster>
</file>

<file path=ppt/slideMasters/slideMaster10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3"/>
  </p:sldLayoutIdLst>
</p:sldMaster>
</file>

<file path=ppt/slideMasters/slideMaster10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6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3"/>
  </p:sldLayoutIdLst>
</p:sldMaster>
</file>

<file path=ppt/slideMasters/slideMaster10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7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5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3"/>
  </p:sldLayoutIdLst>
</p:sldMaster>
</file>

<file path=ppt/slideMasters/slideMaster1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5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3"/>
  </p:sldLayoutIdLst>
</p:sldMaster>
</file>

<file path=ppt/slideMasters/slideMaster1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3"/>
  </p:sldLayoutIdLst>
</p:sldMaster>
</file>

<file path=ppt/slideMasters/slideMaster1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0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3"/>
  </p:sldLayoutIdLst>
</p:sldMaster>
</file>

<file path=ppt/slideMasters/slideMaster1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0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3"/>
  </p:sldLayoutIdLst>
</p:sldMaster>
</file>

<file path=ppt/slideMasters/slideMaster1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1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3"/>
  </p:sldLayoutIdLst>
</p:sldMaster>
</file>

<file path=ppt/slideMasters/slideMaster1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2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3"/>
  </p:sldLayoutIdLst>
</p:sldMaster>
</file>

<file path=ppt/slideMasters/slideMaster1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2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3"/>
  </p:sldLayoutIdLst>
</p:sldMaster>
</file>

<file path=ppt/slideMasters/slideMaster1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3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3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3"/>
  </p:sldLayoutIdLst>
</p:sldMaster>
</file>

<file path=ppt/slideMasters/slideMaster1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3"/>
  </p:sldLayoutIdLst>
</p:sldMaster>
</file>

<file path=ppt/slideMasters/slideMaster1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4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3"/>
  </p:sldLayoutIdLst>
</p:sldMaster>
</file>

<file path=ppt/slideMasters/slideMaster1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7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3"/>
  </p:sldLayoutIdLst>
</p:sldMaster>
</file>

<file path=ppt/slideMasters/slideMaster1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7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3"/>
  </p:sldLayoutIdLst>
</p:sldMaster>
</file>

<file path=ppt/slideMasters/slideMaster1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8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3"/>
  </p:sldLayoutIdLst>
</p:sldMaster>
</file>

<file path=ppt/slideMasters/slideMaster1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7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3"/>
  </p:sldLayoutIdLst>
</p:sldMaster>
</file>

<file path=ppt/slideMasters/slideMaster1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0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3"/>
  </p:sldLayoutIdLst>
</p:sldMaster>
</file>

<file path=ppt/slideMasters/slideMaster1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0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3"/>
  </p:sldLayoutIdLst>
</p:sldMaster>
</file>

<file path=ppt/slideMasters/slideMaster1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1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4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3"/>
  </p:sldLayoutIdLst>
</p:sldMaster>
</file>

<file path=ppt/slideMasters/slideMaster1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3"/>
  </p:sldLayoutIdLst>
</p:sldMaster>
</file>

<file path=ppt/slideMasters/slideMaster1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3"/>
  </p:sldLayoutIdLst>
</p:sldMaster>
</file>

<file path=ppt/slideMasters/slideMaster1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9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3"/>
  </p:sldLayoutIdLst>
</p:sldMaster>
</file>

<file path=ppt/slideMasters/slideMaster1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5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3"/>
  </p:sldLayoutIdLst>
</p:sldMaster>
</file>

<file path=ppt/slideMasters/slideMaster1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3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3"/>
  </p:sldLayoutIdLst>
</p:sldMaster>
</file>

<file path=ppt/slideMasters/slideMaster1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6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3"/>
  </p:sldLayoutIdLst>
</p:sldMaster>
</file>

<file path=ppt/slideMasters/slideMaster1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7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7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8" name="PlaceHolder 5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3"/>
  </p:sldLayoutIdLst>
</p:sldMaster>
</file>

<file path=ppt/slideMasters/slideMaster1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8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3"/>
  </p:sldLayoutIdLst>
</p:sldMaster>
</file>

<file path=ppt/slideMasters/slideMaster1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9" name="PlaceHolder 4"/>
          <p:cNvSpPr>
            <a:spLocks noGrp="1"/>
          </p:cNvSpPr>
          <p:nvPr>
            <p:ph type="body"/>
          </p:nvPr>
        </p:nvSpPr>
        <p:spPr>
          <a:xfrm>
            <a:off x="6230520" y="368064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3"/>
  </p:sldLayoutIdLst>
</p:sldMaster>
</file>

<file path=ppt/slideMasters/slideMaster1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9" name="PlaceHolder 4"/>
          <p:cNvSpPr>
            <a:spLocks noGrp="1"/>
          </p:cNvSpPr>
          <p:nvPr>
            <p:ph type="body"/>
          </p:nvPr>
        </p:nvSpPr>
        <p:spPr>
          <a:xfrm>
            <a:off x="609480" y="3680640"/>
            <a:ext cx="1096920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3"/>
  </p:sldLayoutIdLst>
</p:sldMaster>
</file>

<file path=ppt/slideMasters/slideMaster1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3"/>
  </p:sldLayoutIdLst>
</p:sldMaster>
</file>

<file path=ppt/slideMasters/slideMaster1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Rektangel 1"/>
          <p:cNvSpPr/>
          <p:nvPr/>
        </p:nvSpPr>
        <p:spPr>
          <a:xfrm>
            <a:off x="0" y="6055920"/>
            <a:ext cx="12184560" cy="79452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7028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3.png"/><Relationship Id="rId11" Type="http://schemas.openxmlformats.org/officeDocument/2006/relationships/image" Target="../media/image3.png"/><Relationship Id="rId12" Type="http://schemas.openxmlformats.org/officeDocument/2006/relationships/image" Target="../media/image3.png"/><Relationship Id="rId13" Type="http://schemas.openxmlformats.org/officeDocument/2006/relationships/image" Target="../media/image3.png"/><Relationship Id="rId14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video" Target="../media/media5.webm"/><Relationship Id="rId2" Type="http://schemas.microsoft.com/office/2007/relationships/media" Target="../media/media5.webm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608400" y="2185200"/>
            <a:ext cx="9175320" cy="218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sv-SE" sz="4800" strike="noStrike" u="none">
                <a:solidFill>
                  <a:srgbClr val="ffffff"/>
                </a:solidFill>
                <a:uFillTx/>
                <a:latin typeface="Maven Pro Medium"/>
              </a:rPr>
              <a:t>MAXIV Status Report</a:t>
            </a:r>
            <a:endParaRPr b="0" lang="it-IT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9" name="PlaceHolder 2"/>
          <p:cNvSpPr>
            <a:spLocks noGrp="1"/>
          </p:cNvSpPr>
          <p:nvPr>
            <p:ph/>
          </p:nvPr>
        </p:nvSpPr>
        <p:spPr>
          <a:xfrm>
            <a:off x="608400" y="608400"/>
            <a:ext cx="394200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200" spc="82" strike="noStrike" u="none" cap="all">
                <a:solidFill>
                  <a:srgbClr val="ffffff"/>
                </a:solidFill>
                <a:uFillTx/>
                <a:latin typeface="Open Sans Light"/>
                <a:ea typeface="Open Sans Light"/>
              </a:rPr>
              <a:t>ISPyB meeting</a:t>
            </a:r>
            <a:endParaRPr b="0" lang="it-IT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0" name="PlaceHolder 3"/>
          <p:cNvSpPr>
            <a:spLocks noGrp="1"/>
          </p:cNvSpPr>
          <p:nvPr>
            <p:ph/>
          </p:nvPr>
        </p:nvSpPr>
        <p:spPr>
          <a:xfrm>
            <a:off x="608040" y="4395600"/>
            <a:ext cx="9176040" cy="33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sv-SE" sz="1600" spc="14" strike="noStrike" u="none">
                <a:solidFill>
                  <a:srgbClr val="ffffff"/>
                </a:solidFill>
                <a:uFillTx/>
                <a:latin typeface="Maven Pro Medium"/>
              </a:rPr>
              <a:t>Alberto Nardella</a:t>
            </a:r>
            <a:endParaRPr b="0" lang="it-IT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sv-SE" sz="1600" spc="14" strike="noStrike" u="none">
                <a:solidFill>
                  <a:srgbClr val="ffffff"/>
                </a:solidFill>
                <a:uFillTx/>
                <a:latin typeface="Maven Pro Medium"/>
              </a:rPr>
              <a:t>Alberto.Nardella@maxiv.lu.se</a:t>
            </a:r>
            <a:endParaRPr b="0" lang="it-IT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1" name="PlaceHolder 4"/>
          <p:cNvSpPr>
            <a:spLocks noGrp="1"/>
          </p:cNvSpPr>
          <p:nvPr>
            <p:ph/>
          </p:nvPr>
        </p:nvSpPr>
        <p:spPr>
          <a:xfrm>
            <a:off x="305640" y="6374880"/>
            <a:ext cx="5155920" cy="25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200" spc="82" strike="noStrike" u="none" cap="all">
                <a:solidFill>
                  <a:srgbClr val="ffffff"/>
                </a:solidFill>
                <a:uFillTx/>
                <a:latin typeface="Open Sans Light"/>
                <a:ea typeface="Open Sans Light"/>
              </a:rPr>
              <a:t>HAMBURG MAY 19, 2025</a:t>
            </a:r>
            <a:endParaRPr b="0" lang="it-IT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"/>
          <p:cNvSpPr/>
          <p:nvPr/>
        </p:nvSpPr>
        <p:spPr>
          <a:xfrm>
            <a:off x="720000" y="1179000"/>
            <a:ext cx="11468880" cy="4496760"/>
          </a:xfrm>
          <a:prstGeom prst="rightArrow">
            <a:avLst>
              <a:gd name="adj1" fmla="val 50000"/>
              <a:gd name="adj2" fmla="val 63734"/>
            </a:avLst>
          </a:prstGeom>
          <a:gradFill rotWithShape="0">
            <a:gsLst>
              <a:gs pos="0">
                <a:srgbClr val="126018"/>
              </a:gs>
              <a:gs pos="100000">
                <a:srgbClr val="ff972f"/>
              </a:gs>
            </a:gsLst>
            <a:lin ang="0"/>
          </a:gradFill>
          <a:ln w="0">
            <a:solidFill>
              <a:srgbClr val="15846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PY-ISPyB developments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1080000" y="2412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2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Samples</a:t>
            </a:r>
            <a:endParaRPr b="0" lang="it-IT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1080000" y="3132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2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Proteins</a:t>
            </a:r>
            <a:endParaRPr b="0" lang="it-IT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6" name=""/>
          <p:cNvSpPr/>
          <p:nvPr/>
        </p:nvSpPr>
        <p:spPr>
          <a:xfrm>
            <a:off x="1080000" y="3852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1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DUO synch</a:t>
            </a:r>
            <a:endParaRPr b="0" lang="it-IT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4572000" y="3168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2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MX results</a:t>
            </a:r>
            <a:endParaRPr b="0" lang="it-IT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8" name=""/>
          <p:cNvSpPr/>
          <p:nvPr/>
        </p:nvSpPr>
        <p:spPr>
          <a:xfrm>
            <a:off x="8028000" y="2592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2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Prepare experiment</a:t>
            </a:r>
            <a:endParaRPr b="0" lang="it-IT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8028000" y="3744000"/>
            <a:ext cx="2876400" cy="5364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200" strike="noStrike" u="none">
                <a:solidFill>
                  <a:srgbClr val="ffffff"/>
                </a:solidFill>
                <a:uFillTx/>
                <a:latin typeface="Arial"/>
                <a:ea typeface="DejaVu Sans"/>
              </a:rPr>
              <a:t>SSX results</a:t>
            </a:r>
            <a:endParaRPr b="0" lang="it-IT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Results visualization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141" name=""/>
          <p:cNvGraphicFramePr/>
          <p:nvPr/>
        </p:nvGraphicFramePr>
        <p:xfrm>
          <a:off x="649440" y="1207080"/>
          <a:ext cx="11013120" cy="3280680"/>
        </p:xfrm>
        <a:graphic>
          <a:graphicData uri="http://schemas.openxmlformats.org/drawingml/2006/table">
            <a:tbl>
              <a:tblPr/>
              <a:tblGrid>
                <a:gridCol w="1856520"/>
                <a:gridCol w="826560"/>
                <a:gridCol w="1066320"/>
                <a:gridCol w="1054440"/>
                <a:gridCol w="620964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it-IT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Experiment</a:t>
                      </a:r>
                      <a:endParaRPr b="0" lang="it-IT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126018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it-IT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MAXIV</a:t>
                      </a:r>
                      <a:endParaRPr b="0" lang="it-IT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126018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it-IT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SOLEIL</a:t>
                      </a:r>
                      <a:endParaRPr b="0" lang="it-IT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126018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it-IT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Status</a:t>
                      </a:r>
                      <a:endParaRPr b="0" lang="it-IT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126018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it-IT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To be done</a:t>
                      </a:r>
                      <a:endParaRPr b="0" lang="it-IT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126018"/>
                    </a:solidFill>
                  </a:tcPr>
                </a:tc>
              </a:tr>
              <a:tr h="3801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Generic Dataset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50%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Noto Sans CJK SC"/>
                        </a:rPr>
                        <a:t>Autoprocessing, Sample tab, Workflow (SOLEIL)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Energy scan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XRF scan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50-100%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Noto Sans CJK SC"/>
                        </a:rPr>
                        <a:t>PyMCA panel (SOLEIL if needed)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SSX results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Pipeline + results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Mesh scan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Line scan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50%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BioSAXS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?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CryoEM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?</a:t>
                      </a:r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</a:tbl>
          </a:graphicData>
        </a:graphic>
      </p:graphicFrame>
      <p:pic>
        <p:nvPicPr>
          <p:cNvPr id="1142" name="" descr=""/>
          <p:cNvPicPr/>
          <p:nvPr/>
        </p:nvPicPr>
        <p:blipFill>
          <a:blip r:embed="rId1"/>
          <a:stretch/>
        </p:blipFill>
        <p:spPr>
          <a:xfrm>
            <a:off x="3774960" y="162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3" name="" descr=""/>
          <p:cNvPicPr/>
          <p:nvPr/>
        </p:nvPicPr>
        <p:blipFill>
          <a:blip r:embed="rId2"/>
          <a:stretch/>
        </p:blipFill>
        <p:spPr>
          <a:xfrm>
            <a:off x="2797920" y="1656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4" name="" descr=""/>
          <p:cNvPicPr/>
          <p:nvPr/>
        </p:nvPicPr>
        <p:blipFill>
          <a:blip r:embed="rId3"/>
          <a:stretch/>
        </p:blipFill>
        <p:spPr>
          <a:xfrm>
            <a:off x="3774960" y="414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5" name="" descr=""/>
          <p:cNvPicPr/>
          <p:nvPr/>
        </p:nvPicPr>
        <p:blipFill>
          <a:blip r:embed="rId4"/>
          <a:stretch/>
        </p:blipFill>
        <p:spPr>
          <a:xfrm>
            <a:off x="2797920" y="199692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6" name="" descr=""/>
          <p:cNvPicPr/>
          <p:nvPr/>
        </p:nvPicPr>
        <p:blipFill>
          <a:blip r:embed="rId5"/>
          <a:stretch/>
        </p:blipFill>
        <p:spPr>
          <a:xfrm>
            <a:off x="3774960" y="198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7" name="" descr=""/>
          <p:cNvPicPr/>
          <p:nvPr/>
        </p:nvPicPr>
        <p:blipFill>
          <a:blip r:embed="rId6"/>
          <a:stretch/>
        </p:blipFill>
        <p:spPr>
          <a:xfrm>
            <a:off x="2797920" y="2376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8" name="" descr=""/>
          <p:cNvPicPr/>
          <p:nvPr/>
        </p:nvPicPr>
        <p:blipFill>
          <a:blip r:embed="rId7"/>
          <a:stretch/>
        </p:blipFill>
        <p:spPr>
          <a:xfrm>
            <a:off x="3774960" y="234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9" name="" descr=""/>
          <p:cNvPicPr/>
          <p:nvPr/>
        </p:nvPicPr>
        <p:blipFill>
          <a:blip r:embed="rId8"/>
          <a:stretch/>
        </p:blipFill>
        <p:spPr>
          <a:xfrm>
            <a:off x="2797920" y="271692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0" name="" descr=""/>
          <p:cNvPicPr/>
          <p:nvPr/>
        </p:nvPicPr>
        <p:blipFill>
          <a:blip r:embed="rId9"/>
          <a:stretch/>
        </p:blipFill>
        <p:spPr>
          <a:xfrm>
            <a:off x="2797920" y="3096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1" name="" descr=""/>
          <p:cNvPicPr/>
          <p:nvPr/>
        </p:nvPicPr>
        <p:blipFill>
          <a:blip r:embed="rId10"/>
          <a:stretch/>
        </p:blipFill>
        <p:spPr>
          <a:xfrm>
            <a:off x="3774960" y="306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2" name="" descr=""/>
          <p:cNvPicPr/>
          <p:nvPr/>
        </p:nvPicPr>
        <p:blipFill>
          <a:blip r:embed="rId11"/>
          <a:stretch/>
        </p:blipFill>
        <p:spPr>
          <a:xfrm>
            <a:off x="2797920" y="3456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3" name="" descr=""/>
          <p:cNvPicPr/>
          <p:nvPr/>
        </p:nvPicPr>
        <p:blipFill>
          <a:blip r:embed="rId12"/>
          <a:stretch/>
        </p:blipFill>
        <p:spPr>
          <a:xfrm>
            <a:off x="3774960" y="3420000"/>
            <a:ext cx="186840" cy="19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4" name="" descr=""/>
          <p:cNvPicPr/>
          <p:nvPr/>
        </p:nvPicPr>
        <p:blipFill>
          <a:blip r:embed="rId13"/>
          <a:stretch/>
        </p:blipFill>
        <p:spPr>
          <a:xfrm>
            <a:off x="3774960" y="3780000"/>
            <a:ext cx="186840" cy="19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MX Results - Dataset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56" name="" descr=""/>
          <p:cNvPicPr/>
          <p:nvPr/>
        </p:nvPicPr>
        <p:blipFill>
          <a:blip r:embed="rId1"/>
          <a:stretch/>
        </p:blipFill>
        <p:spPr>
          <a:xfrm>
            <a:off x="132480" y="1556640"/>
            <a:ext cx="11852280" cy="321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MX Results – Dataset II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58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60000" y="1260000"/>
            <a:ext cx="7707600" cy="39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MX Results – XRF Scan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0" name="" descr=""/>
          <p:cNvPicPr/>
          <p:nvPr/>
        </p:nvPicPr>
        <p:blipFill>
          <a:blip r:embed="rId1"/>
          <a:stretch/>
        </p:blipFill>
        <p:spPr>
          <a:xfrm>
            <a:off x="205560" y="1641600"/>
            <a:ext cx="11769840" cy="303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MX Results – Energy Scan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2" name="" descr=""/>
          <p:cNvPicPr/>
          <p:nvPr/>
        </p:nvPicPr>
        <p:blipFill>
          <a:blip r:embed="rId1"/>
          <a:stretch/>
        </p:blipFill>
        <p:spPr>
          <a:xfrm>
            <a:off x="6480" y="1549080"/>
            <a:ext cx="12189960" cy="376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560" cy="90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Next steps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4" name=""/>
          <p:cNvSpPr/>
          <p:nvPr/>
        </p:nvSpPr>
        <p:spPr>
          <a:xfrm>
            <a:off x="540000" y="1260000"/>
            <a:ext cx="5216760" cy="2876760"/>
          </a:xfrm>
          <a:prstGeom prst="rect">
            <a:avLst/>
          </a:prstGeom>
          <a:solidFill>
            <a:srgbClr val="127622">
              <a:alpha val="15000"/>
            </a:srgbClr>
          </a:solidFill>
          <a:ln w="19080">
            <a:solidFill>
              <a:srgbClr val="1260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65" name=""/>
          <p:cNvSpPr/>
          <p:nvPr/>
        </p:nvSpPr>
        <p:spPr>
          <a:xfrm>
            <a:off x="900000" y="1089720"/>
            <a:ext cx="485676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Results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6" name=""/>
          <p:cNvSpPr/>
          <p:nvPr/>
        </p:nvSpPr>
        <p:spPr>
          <a:xfrm>
            <a:off x="1053720" y="1797120"/>
            <a:ext cx="21574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Sample tab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>
            <a:off x="936000" y="3057120"/>
            <a:ext cx="239256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Pipelines results info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8" name=""/>
          <p:cNvSpPr/>
          <p:nvPr/>
        </p:nvSpPr>
        <p:spPr>
          <a:xfrm>
            <a:off x="3740400" y="1797120"/>
            <a:ext cx="1704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SSX panel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9" name=""/>
          <p:cNvSpPr/>
          <p:nvPr/>
        </p:nvSpPr>
        <p:spPr>
          <a:xfrm>
            <a:off x="3606840" y="3057120"/>
            <a:ext cx="19717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Summary panel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6660000" y="1260000"/>
            <a:ext cx="4856760" cy="1334520"/>
          </a:xfrm>
          <a:prstGeom prst="rect">
            <a:avLst/>
          </a:prstGeom>
          <a:solidFill>
            <a:srgbClr val="127622">
              <a:alpha val="15000"/>
            </a:srgbClr>
          </a:solidFill>
          <a:ln w="19080">
            <a:solidFill>
              <a:srgbClr val="1260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71" name=""/>
          <p:cNvSpPr/>
          <p:nvPr/>
        </p:nvSpPr>
        <p:spPr>
          <a:xfrm>
            <a:off x="6660000" y="1440000"/>
            <a:ext cx="48567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ISARA Sample Changer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2" name=""/>
          <p:cNvSpPr/>
          <p:nvPr/>
        </p:nvSpPr>
        <p:spPr>
          <a:xfrm>
            <a:off x="6660000" y="2052000"/>
            <a:ext cx="48567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Room Temperature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6660000" y="3384000"/>
            <a:ext cx="4856760" cy="1334520"/>
          </a:xfrm>
          <a:prstGeom prst="rect">
            <a:avLst/>
          </a:prstGeom>
          <a:solidFill>
            <a:srgbClr val="127622">
              <a:alpha val="15000"/>
            </a:srgbClr>
          </a:solidFill>
          <a:ln w="19080">
            <a:solidFill>
              <a:srgbClr val="1260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74" name=""/>
          <p:cNvSpPr/>
          <p:nvPr/>
        </p:nvSpPr>
        <p:spPr>
          <a:xfrm>
            <a:off x="6660000" y="3564000"/>
            <a:ext cx="48567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User eXperience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6660000" y="870120"/>
            <a:ext cx="4856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Prepare experiment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>
            <a:off x="6660000" y="2994120"/>
            <a:ext cx="4856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Improvements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7" name=""/>
          <p:cNvSpPr/>
          <p:nvPr/>
        </p:nvSpPr>
        <p:spPr>
          <a:xfrm>
            <a:off x="6660000" y="4140000"/>
            <a:ext cx="48567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3200" strike="noStrike" u="none" baseline="33000">
                <a:solidFill>
                  <a:srgbClr val="000000"/>
                </a:solidFill>
                <a:uFillTx/>
                <a:latin typeface="Arial"/>
                <a:ea typeface="DejaVu Sans"/>
              </a:rPr>
              <a:t>Keeping dependencies up-to-date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Thank you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79" name="" descr=""/>
          <p:cNvPicPr/>
          <p:nvPr/>
        </p:nvPicPr>
        <p:blipFill>
          <a:blip r:embed="rId1"/>
          <a:stretch/>
        </p:blipFill>
        <p:spPr>
          <a:xfrm>
            <a:off x="3880440" y="1418400"/>
            <a:ext cx="4396320" cy="443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</TotalTime>
  <Application>LibreOffice/24.8.7.2$Linux_X86_64 LibreOffice_project/f4f281f562fb585d46b0af5755dfe1eb6adc047f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2024-05-23T12:09:18Z</dcterms:created>
  <dc:creator/>
  <dc:description/>
  <dc:language>en-US</dc:language>
  <cp:lastModifiedBy/>
  <dcterms:modified xsi:type="dcterms:W3CDTF">2025-05-16T14:38:31Z</dcterms:modified>
  <cp:revision>129</cp:revision>
  <dc:subject/>
  <dc:title>PowerPoint-presentation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0x010100083F5DDAFB74574C926A61E89E11744500778D35581C2CD64B92C78E6B5E60A8DC</vt:lpwstr>
  </property>
  <property fmtid="{D5CDD505-2E9C-101B-9397-08002B2CF9AE}" pid="3" name="PresentationFormat">
    <vt:lpwstr>Bredbild</vt:lpwstr>
  </property>
  <property fmtid="{D5CDD505-2E9C-101B-9397-08002B2CF9AE}" pid="4" name="Slides">
    <vt:r8>14</vt:r8>
  </property>
  <property fmtid="{D5CDD505-2E9C-101B-9397-08002B2CF9AE}" pid="5" name="Tags">
    <vt:lpwstr/>
  </property>
</Properties>
</file>