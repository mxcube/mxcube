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96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95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106.xml.rels" ContentType="application/vnd.openxmlformats-package.relationships+xml"/>
  <Override PartName="/ppt/slideMasters/_rels/slideMaster93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05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92.xml.rels" ContentType="application/vnd.openxmlformats-package.relationships+xml"/>
  <Override PartName="/ppt/slideMasters/_rels/slideMaster104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91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94.xml.rels" ContentType="application/vnd.openxmlformats-package.relationships+xml"/>
  <Override PartName="/ppt/slideMasters/_rels/slideMaster98.xml.rels" ContentType="application/vnd.openxmlformats-package.relationships+xml"/>
  <Override PartName="/ppt/slideMasters/_rels/slideMaster97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123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122.xml.rels" ContentType="application/vnd.openxmlformats-package.relationships+xml"/>
  <Override PartName="/ppt/slideMasters/_rels/slideMaster135.xml.rels" ContentType="application/vnd.openxmlformats-package.relationships+xml"/>
  <Override PartName="/ppt/slideMasters/_rels/slideMaster63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29.xml.rels" ContentType="application/vnd.openxmlformats-package.relationships+xml"/>
  <Override PartName="/ppt/slideMasters/_rels/slideMaster62.xml.rels" ContentType="application/vnd.openxmlformats-package.relationships+xml"/>
  <Override PartName="/ppt/slideMasters/_rels/slideMaster134.xml.rels" ContentType="application/vnd.openxmlformats-package.relationships+xml"/>
  <Override PartName="/ppt/slideMasters/_rels/slideMaster128.xml.rels" ContentType="application/vnd.openxmlformats-package.relationships+xml"/>
  <Override PartName="/ppt/slideMasters/_rels/slideMaster61.xml.rels" ContentType="application/vnd.openxmlformats-package.relationships+xml"/>
  <Override PartName="/ppt/slideMasters/_rels/slideMaster133.xml.rels" ContentType="application/vnd.openxmlformats-package.relationships+xml"/>
  <Override PartName="/ppt/slideMasters/_rels/slideMaster132.xml.rels" ContentType="application/vnd.openxmlformats-package.relationships+xml"/>
  <Override PartName="/ppt/slideMasters/_rels/slideMaster60.xml.rels" ContentType="application/vnd.openxmlformats-package.relationships+xml"/>
  <Override PartName="/ppt/slideMasters/_rels/slideMaster127.xml.rels" ContentType="application/vnd.openxmlformats-package.relationships+xml"/>
  <Override PartName="/ppt/slideMasters/_rels/slideMaster145.xml.rels" ContentType="application/vnd.openxmlformats-package.relationships+xml"/>
  <Override PartName="/ppt/slideMasters/_rels/slideMaster14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82.xml.rels" ContentType="application/vnd.openxmlformats-package.relationships+xml"/>
  <Override PartName="/ppt/slideMasters/_rels/slideMaster147.xml.rels" ContentType="application/vnd.openxmlformats-package.relationships+xml"/>
  <Override PartName="/ppt/slideMasters/_rels/slideMaster80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3.xml.rels" ContentType="application/vnd.openxmlformats-package.relationships+xml"/>
  <Override PartName="/ppt/slideMasters/_rels/slideMaster138.xml.rels" ContentType="application/vnd.openxmlformats-package.relationships+xml"/>
  <Override PartName="/ppt/slideMasters/_rels/slideMaster71.xml.rels" ContentType="application/vnd.openxmlformats-package.relationships+xml"/>
  <Override PartName="/ppt/slideMasters/_rels/slideMaster139.xml.rels" ContentType="application/vnd.openxmlformats-package.relationships+xml"/>
  <Override PartName="/ppt/slideMasters/_rels/slideMaster72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52.xml.rels" ContentType="application/vnd.openxmlformats-package.relationships+xml"/>
  <Override PartName="/ppt/slideMasters/_rels/slideMaster119.xml.rels" ContentType="application/vnd.openxmlformats-package.relationships+xml"/>
  <Override PartName="/ppt/slideMasters/_rels/slideMaster124.xml.rels" ContentType="application/vnd.openxmlformats-package.relationships+xml"/>
  <Override PartName="/ppt/slideMasters/_rels/slideMaster12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42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115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126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117.xml.rels" ContentType="application/vnd.openxmlformats-package.relationships+xml"/>
  <Override PartName="/ppt/slideMasters/_rels/slideMaster50.xml.rels" ContentType="application/vnd.openxmlformats-package.relationships+xml"/>
  <Override PartName="/ppt/slideMasters/_rels/slideMaster118.xml.rels" ContentType="application/vnd.openxmlformats-package.relationships+xml"/>
  <Override PartName="/ppt/slideMasters/_rels/slideMaster51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43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116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114.xml.rels" ContentType="application/vnd.openxmlformats-package.relationships+xml"/>
  <Override PartName="/ppt/slideMasters/_rels/slideMaster55.xml.rels" ContentType="application/vnd.openxmlformats-package.relationships+xml"/>
  <Override PartName="/ppt/slideMasters/_rels/slideMaster141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109.xml.rels" ContentType="application/vnd.openxmlformats-package.relationships+xml"/>
  <Override PartName="/ppt/slideMasters/_rels/slideMaster59.xml.rels" ContentType="application/vnd.openxmlformats-package.relationships+xml"/>
  <Override PartName="/ppt/slideMasters/_rels/slideMaster58.xml.rels" ContentType="application/vnd.openxmlformats-package.relationships+xml"/>
  <Override PartName="/ppt/slideMasters/_rels/slideMaster53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64.xml.rels" ContentType="application/vnd.openxmlformats-package.relationships+xml"/>
  <Override PartName="/ppt/slideMasters/_rels/slideMaster136.xml.rels" ContentType="application/vnd.openxmlformats-package.relationships+xml"/>
  <Override PartName="/ppt/slideMasters/_rels/slideMaster54.xml.rels" ContentType="application/vnd.openxmlformats-package.relationships+xml"/>
  <Override PartName="/ppt/slideMasters/_rels/slideMaster137.xml.rels" ContentType="application/vnd.openxmlformats-package.relationships+xml"/>
  <Override PartName="/ppt/slideMasters/_rels/slideMaster70.xml.rels" ContentType="application/vnd.openxmlformats-package.relationships+xml"/>
  <Override PartName="/ppt/slideMasters/_rels/slideMaster8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81.xml.rels" ContentType="application/vnd.openxmlformats-package.relationships+xml"/>
  <Override PartName="/ppt/slideMasters/_rels/slideMaster148.xml.rels" ContentType="application/vnd.openxmlformats-package.relationships+xml"/>
  <Override PartName="/ppt/slideMasters/_rels/slideMaster130.xml.rels" ContentType="application/vnd.openxmlformats-package.relationships+xml"/>
  <Override PartName="/ppt/slideMasters/_rels/slideMaster56.xml.rels" ContentType="application/vnd.openxmlformats-package.relationships+xml"/>
  <Override PartName="/ppt/slideMasters/_rels/slideMaster140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131.xml.rels" ContentType="application/vnd.openxmlformats-package.relationships+xml"/>
  <Override PartName="/ppt/slideMasters/_rels/slideMaster57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65.xml.rels" ContentType="application/vnd.openxmlformats-package.relationships+xml"/>
  <Override PartName="/ppt/slideMasters/_rels/slideMaster66.xml.rels" ContentType="application/vnd.openxmlformats-package.relationships+xml"/>
  <Override PartName="/ppt/slideMasters/_rels/slideMaster100.xml.rels" ContentType="application/vnd.openxmlformats-package.relationships+xml"/>
  <Override PartName="/ppt/slideMasters/_rels/slideMaster79.xml.rels" ContentType="application/vnd.openxmlformats-package.relationships+xml"/>
  <Override PartName="/ppt/slideMasters/_rels/slideMaster6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01.xml.rels" ContentType="application/vnd.openxmlformats-package.relationships+xml"/>
  <Override PartName="/ppt/slideMasters/_rels/slideMaster6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02.xml.rels" ContentType="application/vnd.openxmlformats-package.relationships+xml"/>
  <Override PartName="/ppt/slideMasters/_rels/slideMaster69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0.xml.rels" ContentType="application/vnd.openxmlformats-package.relationships+xml"/>
  <Override PartName="/ppt/slideMasters/_rels/slideMaster103.xml.rels" ContentType="application/vnd.openxmlformats-package.relationships+xml"/>
  <Override PartName="/ppt/slideMasters/_rels/slideMaster73.xml.rels" ContentType="application/vnd.openxmlformats-package.relationships+xml"/>
  <Override PartName="/ppt/slideMasters/_rels/slideMaster74.xml.rels" ContentType="application/vnd.openxmlformats-package.relationships+xml"/>
  <Override PartName="/ppt/slideMasters/_rels/slideMaster75.xml.rels" ContentType="application/vnd.openxmlformats-package.relationships+xml"/>
  <Override PartName="/ppt/slideMasters/_rels/slideMaster76.xml.rels" ContentType="application/vnd.openxmlformats-package.relationships+xml"/>
  <Override PartName="/ppt/slideMasters/_rels/slideMaster110.xml.rels" ContentType="application/vnd.openxmlformats-package.relationships+xml"/>
  <Override PartName="/ppt/slideMasters/_rels/slideMaster89.xml.rels" ContentType="application/vnd.openxmlformats-package.relationships+xml"/>
  <Override PartName="/ppt/slideMasters/_rels/slideMaster77.xml.rels" ContentType="application/vnd.openxmlformats-package.relationships+xml"/>
  <Override PartName="/ppt/slideMasters/_rels/slideMaster111.xml.rels" ContentType="application/vnd.openxmlformats-package.relationships+xml"/>
  <Override PartName="/ppt/slideMasters/_rels/slideMaster78.xml.rels" ContentType="application/vnd.openxmlformats-package.relationships+xml"/>
  <Override PartName="/ppt/slideMasters/_rels/slideMaster112.xml.rels" ContentType="application/vnd.openxmlformats-package.relationships+xml"/>
  <Override PartName="/ppt/slideMasters/_rels/slideMaster113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85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86.xml.rels" ContentType="application/vnd.openxmlformats-package.relationships+xml"/>
  <Override PartName="/ppt/slideMasters/_rels/slideMaster120.xml.rels" ContentType="application/vnd.openxmlformats-package.relationships+xml"/>
  <Override PartName="/ppt/slideMasters/_rels/slideMaster99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87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107.xml.rels" ContentType="application/vnd.openxmlformats-package.relationships+xml"/>
  <Override PartName="/ppt/slideMasters/_rels/slideMaster121.xml.rels" ContentType="application/vnd.openxmlformats-package.relationships+xml"/>
  <Override PartName="/ppt/slideMasters/_rels/slideMaster88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108.xml.rels" ContentType="application/vnd.openxmlformats-package.relationships+xml"/>
  <Override PartName="/ppt/slideMasters/slideMaster127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126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125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124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119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118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117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116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115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114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145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144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143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142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138.xml" ContentType="application/vnd.openxmlformats-officedocument.presentationml.slideMaster+xml"/>
  <Override PartName="/ppt/slideMasters/slideMaster83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40.xml" ContentType="application/vnd.openxmlformats-officedocument.presentationml.slideMaster+xml"/>
  <Override PartName="/ppt/slideMasters/slideMaster98.xml" ContentType="application/vnd.openxmlformats-officedocument.presentationml.slideMaster+xml"/>
  <Override PartName="/ppt/slideMasters/slideMaster82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99.xml" ContentType="application/vnd.openxmlformats-officedocument.presentationml.slideMaster+xml"/>
  <Override PartName="/ppt/slideMasters/slideMaster84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81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135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136.xml" ContentType="application/vnd.openxmlformats-officedocument.presentationml.slideMaster+xml"/>
  <Override PartName="/ppt/slideMasters/slideMaster141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137.xml" ContentType="application/vnd.openxmlformats-officedocument.presentationml.slideMaster+xml"/>
  <Override PartName="/ppt/slideMasters/slideMaster134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133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139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132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80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131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30.xml" ContentType="application/vnd.openxmlformats-officedocument.presentationml.slideMaster+xml"/>
  <Override PartName="/ppt/slideMasters/slideMaster129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28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146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147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100.xml" ContentType="application/vnd.openxmlformats-officedocument.presentationml.slideMaster+xml"/>
  <Override PartName="/ppt/slideMasters/slideMaster148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101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10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10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90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110.xml" ContentType="application/vnd.openxmlformats-officedocument.presentationml.slideMaster+xml"/>
  <Override PartName="/ppt/slideMasters/slideMaster77.xml" ContentType="application/vnd.openxmlformats-officedocument.presentationml.slideMaster+xml"/>
  <Override PartName="/ppt/slideMasters/slideMaster111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78.xml" ContentType="application/vnd.openxmlformats-officedocument.presentationml.slideMaster+xml"/>
  <Override PartName="/ppt/slideMasters/slideMaster112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79.xml" ContentType="application/vnd.openxmlformats-officedocument.presentationml.slideMaster+xml"/>
  <Override PartName="/ppt/slideMasters/slideMaster113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85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86.xml" ContentType="application/vnd.openxmlformats-officedocument.presentationml.slideMaster+xml"/>
  <Override PartName="/ppt/slideMasters/slideMaster120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87.xml" ContentType="application/vnd.openxmlformats-officedocument.presentationml.slideMaster+xml"/>
  <Override PartName="/ppt/slideMasters/slideMaster121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88.xml" ContentType="application/vnd.openxmlformats-officedocument.presentationml.slideMaster+xml"/>
  <Override PartName="/ppt/slideMasters/slideMaster122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89.xml" ContentType="application/vnd.openxmlformats-officedocument.presentationml.slideMaster+xml"/>
  <Override PartName="/ppt/slideMasters/slideMaster123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97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91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104.xml" ContentType="application/vnd.openxmlformats-officedocument.presentationml.slideMaster+xml"/>
  <Override PartName="/ppt/slideMasters/slideMaster92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105.xml" ContentType="application/vnd.openxmlformats-officedocument.presentationml.slideMaster+xml"/>
  <Override PartName="/ppt/slideMasters/slideMaster109.xml" ContentType="application/vnd.openxmlformats-officedocument.presentationml.slideMaster+xml"/>
  <Override PartName="/ppt/slideMasters/slideMaster96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93.xml" ContentType="application/vnd.openxmlformats-officedocument.presentationml.slideMaster+xml"/>
  <Override PartName="/ppt/slideMasters/slideMaster106.xml" ContentType="application/vnd.openxmlformats-officedocument.presentationml.slideMaster+xml"/>
  <Override PartName="/ppt/slideMasters/slideMaster94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107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95.xml" ContentType="application/vnd.openxmlformats-officedocument.presentationml.slideMaster+xml"/>
  <Override PartName="/ppt/slideMasters/slideMaster108.xml" ContentType="application/vnd.openxmlformats-officedocument.presentationml.slideMaster+xml"/>
  <Override PartName="/ppt/presProps.xml" ContentType="application/vnd.openxmlformats-officedocument.presentationml.presProps+xml"/>
  <Override PartName="/ppt/theme/theme126.xml" ContentType="application/vnd.openxmlformats-officedocument.theme+xml"/>
  <Override PartName="/ppt/theme/theme43.xml" ContentType="application/vnd.openxmlformats-officedocument.theme+xml"/>
  <Override PartName="/ppt/theme/theme125.xml" ContentType="application/vnd.openxmlformats-officedocument.theme+xml"/>
  <Override PartName="/ppt/theme/theme42.xml" ContentType="application/vnd.openxmlformats-officedocument.theme+xml"/>
  <Override PartName="/ppt/theme/theme124.xml" ContentType="application/vnd.openxmlformats-officedocument.theme+xml"/>
  <Override PartName="/ppt/theme/theme41.xml" ContentType="application/vnd.openxmlformats-officedocument.theme+xml"/>
  <Override PartName="/ppt/theme/theme123.xml" ContentType="application/vnd.openxmlformats-officedocument.theme+xml"/>
  <Override PartName="/ppt/theme/theme40.xml" ContentType="application/vnd.openxmlformats-officedocument.theme+xml"/>
  <Override PartName="/ppt/theme/theme122.xml" ContentType="application/vnd.openxmlformats-officedocument.theme+xml"/>
  <Override PartName="/ppt/theme/theme121.xml" ContentType="application/vnd.openxmlformats-officedocument.theme+xml"/>
  <Override PartName="/ppt/theme/theme116.xml" ContentType="application/vnd.openxmlformats-officedocument.theme+xml"/>
  <Override PartName="/ppt/theme/theme33.xml" ContentType="application/vnd.openxmlformats-officedocument.theme+xml"/>
  <Override PartName="/ppt/theme/theme115.xml" ContentType="application/vnd.openxmlformats-officedocument.theme+xml"/>
  <Override PartName="/ppt/theme/theme32.xml" ContentType="application/vnd.openxmlformats-officedocument.theme+xml"/>
  <Override PartName="/ppt/theme/theme114.xml" ContentType="application/vnd.openxmlformats-officedocument.theme+xml"/>
  <Override PartName="/ppt/theme/theme31.xml" ContentType="application/vnd.openxmlformats-officedocument.theme+xml"/>
  <Override PartName="/ppt/theme/theme113.xml" ContentType="application/vnd.openxmlformats-officedocument.theme+xml"/>
  <Override PartName="/ppt/theme/theme30.xml" ContentType="application/vnd.openxmlformats-officedocument.theme+xml"/>
  <Override PartName="/ppt/theme/theme112.xml" ContentType="application/vnd.openxmlformats-officedocument.theme+xml"/>
  <Override PartName="/ppt/theme/theme111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27.xml" ContentType="application/vnd.openxmlformats-officedocument.theme+xml"/>
  <Override PartName="/ppt/theme/theme95.xml" ContentType="application/vnd.openxmlformats-officedocument.theme+xml"/>
  <Override PartName="/ppt/theme/theme5.xml" ContentType="application/vnd.openxmlformats-officedocument.theme+xml"/>
  <Override PartName="/ppt/theme/theme110.xml" ContentType="application/vnd.openxmlformats-officedocument.theme+xml"/>
  <Override PartName="/ppt/theme/theme49.xml" ContentType="application/vnd.openxmlformats-officedocument.theme+xml"/>
  <Override PartName="/ppt/theme/theme3.xml" ContentType="application/vnd.openxmlformats-officedocument.theme+xml"/>
  <Override PartName="/ppt/theme/theme28.xml" ContentType="application/vnd.openxmlformats-officedocument.theme+xml"/>
  <Override PartName="/ppt/theme/theme96.xml" ContentType="application/vnd.openxmlformats-officedocument.theme+xml"/>
  <Override PartName="/ppt/theme/theme6.xml" ContentType="application/vnd.openxmlformats-officedocument.theme+xml"/>
  <Override PartName="/ppt/theme/theme4.xml" ContentType="application/vnd.openxmlformats-officedocument.theme+xml"/>
  <Override PartName="/ppt/theme/theme109.xml" ContentType="application/vnd.openxmlformats-officedocument.theme+xml"/>
  <Override PartName="/ppt/theme/theme26.xml" ContentType="application/vnd.openxmlformats-officedocument.theme+xml"/>
  <Override PartName="/ppt/theme/theme94.xml" ContentType="application/vnd.openxmlformats-officedocument.theme+xml"/>
  <Override PartName="/ppt/theme/theme29.xml" ContentType="application/vnd.openxmlformats-officedocument.theme+xml"/>
  <Override PartName="/ppt/theme/theme97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117.xml" ContentType="application/vnd.openxmlformats-officedocument.theme+xml"/>
  <Override PartName="/ppt/theme/theme10.xml" ContentType="application/vnd.openxmlformats-officedocument.theme+xml"/>
  <Override PartName="/ppt/theme/theme98.xml" ContentType="application/vnd.openxmlformats-officedocument.theme+xml"/>
  <Override PartName="/ppt/theme/theme8.xml" ContentType="application/vnd.openxmlformats-officedocument.theme+xml"/>
  <Override PartName="/ppt/theme/theme118.xml" ContentType="application/vnd.openxmlformats-officedocument.theme+xml"/>
  <Override PartName="/ppt/theme/theme35.xml" ContentType="application/vnd.openxmlformats-officedocument.theme+xml"/>
  <Override PartName="/ppt/theme/theme99.xml" ContentType="application/vnd.openxmlformats-officedocument.theme+xml"/>
  <Override PartName="/ppt/theme/theme9.xml" ContentType="application/vnd.openxmlformats-officedocument.theme+xml"/>
  <Override PartName="/ppt/theme/theme119.xml" ContentType="application/vnd.openxmlformats-officedocument.theme+xml"/>
  <Override PartName="/ppt/theme/theme36.xml" ContentType="application/vnd.openxmlformats-officedocument.theme+xml"/>
  <Override PartName="/ppt/theme/theme131.xml" ContentType="application/vnd.openxmlformats-officedocument.theme+xml"/>
  <Override PartName="/ppt/theme/theme132.xml" ContentType="application/vnd.openxmlformats-officedocument.theme+xml"/>
  <Override PartName="/ppt/theme/theme141.xml" ContentType="application/vnd.openxmlformats-officedocument.theme+xml"/>
  <Override PartName="/ppt/theme/theme139.xml" ContentType="application/vnd.openxmlformats-officedocument.theme+xml"/>
  <Override PartName="/ppt/theme/theme56.xml" ContentType="application/vnd.openxmlformats-officedocument.theme+xml"/>
  <Override PartName="/ppt/theme/theme130.xml" ContentType="application/vnd.openxmlformats-officedocument.theme+xml"/>
  <Override PartName="/ppt/theme/theme69.xml" ContentType="application/vnd.openxmlformats-officedocument.theme+xml"/>
  <Override PartName="/ppt/theme/theme45.xml" ContentType="application/vnd.openxmlformats-officedocument.theme+xml"/>
  <Override PartName="/ppt/theme/theme128.xml" ContentType="application/vnd.openxmlformats-officedocument.theme+xml"/>
  <Override PartName="/ppt/theme/theme138.xml" ContentType="application/vnd.openxmlformats-officedocument.theme+xml"/>
  <Override PartName="/ppt/theme/theme55.xml" ContentType="application/vnd.openxmlformats-officedocument.theme+xml"/>
  <Override PartName="/ppt/theme/theme142.xml" ContentType="application/vnd.openxmlformats-officedocument.theme+xml"/>
  <Override PartName="/ppt/theme/theme140.xml" ContentType="application/vnd.openxmlformats-officedocument.theme+xml"/>
  <Override PartName="/ppt/theme/theme79.xml" ContentType="application/vnd.openxmlformats-officedocument.theme+xml"/>
  <Override PartName="/ppt/theme/theme136.xml" ContentType="application/vnd.openxmlformats-officedocument.theme+xml"/>
  <Override PartName="/ppt/theme/theme53.xml" ContentType="application/vnd.openxmlformats-officedocument.theme+xml"/>
  <Override PartName="/ppt/theme/theme48.xml" ContentType="application/vnd.openxmlformats-officedocument.theme+xml"/>
  <Override PartName="/ppt/theme/theme39.xml" ContentType="application/vnd.openxmlformats-officedocument.theme+xml"/>
  <Override PartName="/ppt/theme/theme100.xml" ContentType="application/vnd.openxmlformats-officedocument.theme+xml"/>
  <Override PartName="/ppt/theme/theme54.xml" ContentType="application/vnd.openxmlformats-officedocument.theme+xml"/>
  <Override PartName="/ppt/theme/theme137.xml" ContentType="application/vnd.openxmlformats-officedocument.theme+xml"/>
  <Override PartName="/ppt/theme/theme135.xml" ContentType="application/vnd.openxmlformats-officedocument.theme+xml"/>
  <Override PartName="/ppt/theme/theme52.xml" ContentType="application/vnd.openxmlformats-officedocument.theme+xml"/>
  <Override PartName="/ppt/theme/theme12.xml" ContentType="application/vnd.openxmlformats-officedocument.theme+xml"/>
  <Override PartName="/ppt/theme/theme80.xml" ContentType="application/vnd.openxmlformats-officedocument.theme+xml"/>
  <Override PartName="/ppt/theme/theme38.xml" ContentType="application/vnd.openxmlformats-officedocument.theme+xml"/>
  <Override PartName="/ppt/theme/theme129.xml" ContentType="application/vnd.openxmlformats-officedocument.theme+xml"/>
  <Override PartName="/ppt/theme/theme46.xml" ContentType="application/vnd.openxmlformats-officedocument.theme+xml"/>
  <Override PartName="/ppt/theme/theme37.xml" ContentType="application/vnd.openxmlformats-officedocument.theme+xml"/>
  <Override PartName="/ppt/theme/theme133.xml" ContentType="application/vnd.openxmlformats-officedocument.theme+xml"/>
  <Override PartName="/ppt/theme/theme50.xml" ContentType="application/vnd.openxmlformats-officedocument.theme+xml"/>
  <Override PartName="/ppt/theme/theme51.xml" ContentType="application/vnd.openxmlformats-officedocument.theme+xml"/>
  <Override PartName="/ppt/theme/theme134.xml" ContentType="application/vnd.openxmlformats-officedocument.theme+xml"/>
  <Override PartName="/ppt/theme/theme47.xml" ContentType="application/vnd.openxmlformats-officedocument.theme+xml"/>
  <Override PartName="/ppt/theme/theme13.xml" ContentType="application/vnd.openxmlformats-officedocument.theme+xml"/>
  <Override PartName="/ppt/theme/theme81.xml" ContentType="application/vnd.openxmlformats-officedocument.theme+xml"/>
  <Override PartName="/ppt/theme/theme14.xml" ContentType="application/vnd.openxmlformats-officedocument.theme+xml"/>
  <Override PartName="/ppt/theme/theme82.xml" ContentType="application/vnd.openxmlformats-officedocument.theme+xml"/>
  <Override PartName="/ppt/theme/theme15.xml" ContentType="application/vnd.openxmlformats-officedocument.theme+xml"/>
  <Override PartName="/ppt/theme/theme83.xml" ContentType="application/vnd.openxmlformats-officedocument.theme+xml"/>
  <Override PartName="/ppt/theme/theme57.xml" ContentType="application/vnd.openxmlformats-officedocument.theme+xml"/>
  <Override PartName="/ppt/theme/theme44.xml" ContentType="application/vnd.openxmlformats-officedocument.theme+xml"/>
  <Override PartName="/ppt/theme/theme127.xml" ContentType="application/vnd.openxmlformats-officedocument.theme+xml"/>
  <Override PartName="/ppt/theme/theme16.xml" ContentType="application/vnd.openxmlformats-officedocument.theme+xml"/>
  <Override PartName="/ppt/theme/theme84.xml" ContentType="application/vnd.openxmlformats-officedocument.theme+xml"/>
  <Override PartName="/ppt/theme/theme58.xml" ContentType="application/vnd.openxmlformats-officedocument.theme+xml"/>
  <Override PartName="/ppt/theme/theme59.xml" ContentType="application/vnd.openxmlformats-officedocument.theme+xml"/>
  <Override PartName="/ppt/theme/theme120.xml" ContentType="application/vnd.openxmlformats-officedocument.theme+xml"/>
  <Override PartName="/ppt/theme/theme143.xml" ContentType="application/vnd.openxmlformats-officedocument.theme+xml"/>
  <Override PartName="/ppt/theme/theme60.xml" ContentType="application/vnd.openxmlformats-officedocument.theme+xml"/>
  <Override PartName="/ppt/theme/theme144.xml" ContentType="application/vnd.openxmlformats-officedocument.theme+xml"/>
  <Override PartName="/ppt/theme/theme61.xml" ContentType="application/vnd.openxmlformats-officedocument.theme+xml"/>
  <Override PartName="/ppt/theme/theme145.xml" ContentType="application/vnd.openxmlformats-officedocument.theme+xml"/>
  <Override PartName="/ppt/theme/theme62.xml" ContentType="application/vnd.openxmlformats-officedocument.theme+xml"/>
  <Override PartName="/ppt/theme/theme146.xml" ContentType="application/vnd.openxmlformats-officedocument.theme+xml"/>
  <Override PartName="/ppt/theme/theme63.xml" ContentType="application/vnd.openxmlformats-officedocument.theme+xml"/>
  <Override PartName="/ppt/theme/theme147.xml" ContentType="application/vnd.openxmlformats-officedocument.theme+xml"/>
  <Override PartName="/ppt/theme/theme64.xml" ContentType="application/vnd.openxmlformats-officedocument.theme+xml"/>
  <Override PartName="/ppt/theme/theme148.xml" ContentType="application/vnd.openxmlformats-officedocument.theme+xml"/>
  <Override PartName="/ppt/theme/theme65.xml" ContentType="application/vnd.openxmlformats-officedocument.theme+xml"/>
  <Override PartName="/ppt/theme/theme66.xml" ContentType="application/vnd.openxmlformats-officedocument.theme+xml"/>
  <Override PartName="/ppt/theme/theme67.xml" ContentType="application/vnd.openxmlformats-officedocument.theme+xml"/>
  <Override PartName="/ppt/theme/theme68.xml" ContentType="application/vnd.openxmlformats-officedocument.theme+xml"/>
  <Override PartName="/ppt/theme/theme70.xml" ContentType="application/vnd.openxmlformats-officedocument.theme+xml"/>
  <Override PartName="/ppt/theme/theme71.xml" ContentType="application/vnd.openxmlformats-officedocument.theme+xml"/>
  <Override PartName="/ppt/theme/theme72.xml" ContentType="application/vnd.openxmlformats-officedocument.theme+xml"/>
  <Override PartName="/ppt/theme/theme73.xml" ContentType="application/vnd.openxmlformats-officedocument.theme+xml"/>
  <Override PartName="/ppt/theme/theme74.xml" ContentType="application/vnd.openxmlformats-officedocument.theme+xml"/>
  <Override PartName="/ppt/theme/theme75.xml" ContentType="application/vnd.openxmlformats-officedocument.theme+xml"/>
  <Override PartName="/ppt/theme/theme76.xml" ContentType="application/vnd.openxmlformats-officedocument.theme+xml"/>
  <Override PartName="/ppt/theme/theme77.xml" ContentType="application/vnd.openxmlformats-officedocument.theme+xml"/>
  <Override PartName="/ppt/theme/theme78.xml" ContentType="application/vnd.openxmlformats-officedocument.theme+xml"/>
  <Override PartName="/ppt/theme/theme17.xml" ContentType="application/vnd.openxmlformats-officedocument.theme+xml"/>
  <Override PartName="/ppt/theme/theme85.xml" ContentType="application/vnd.openxmlformats-officedocument.theme+xml"/>
  <Override PartName="/ppt/theme/theme18.xml" ContentType="application/vnd.openxmlformats-officedocument.theme+xml"/>
  <Override PartName="/ppt/theme/theme86.xml" ContentType="application/vnd.openxmlformats-officedocument.theme+xml"/>
  <Override PartName="/ppt/theme/theme19.xml" ContentType="application/vnd.openxmlformats-officedocument.theme+xml"/>
  <Override PartName="/ppt/theme/theme87.xml" ContentType="application/vnd.openxmlformats-officedocument.theme+xml"/>
  <Override PartName="/ppt/theme/theme88.xml" ContentType="application/vnd.openxmlformats-officedocument.theme+xml"/>
  <Override PartName="/ppt/theme/theme89.xml" ContentType="application/vnd.openxmlformats-officedocument.theme+xml"/>
  <Override PartName="/ppt/theme/theme101.xml" ContentType="application/vnd.openxmlformats-officedocument.theme+xml"/>
  <Override PartName="/ppt/theme/theme102.xml" ContentType="application/vnd.openxmlformats-officedocument.theme+xml"/>
  <Override PartName="/ppt/theme/theme20.xml" ContentType="application/vnd.openxmlformats-officedocument.theme+xml"/>
  <Override PartName="/ppt/theme/theme103.xml" ContentType="application/vnd.openxmlformats-officedocument.theme+xml"/>
  <Override PartName="/ppt/theme/theme21.xml" ContentType="application/vnd.openxmlformats-officedocument.theme+xml"/>
  <Override PartName="/ppt/theme/theme104.xml" ContentType="application/vnd.openxmlformats-officedocument.theme+xml"/>
  <Override PartName="/ppt/theme/theme22.xml" ContentType="application/vnd.openxmlformats-officedocument.theme+xml"/>
  <Override PartName="/ppt/theme/theme90.xml" ContentType="application/vnd.openxmlformats-officedocument.theme+xml"/>
  <Override PartName="/ppt/theme/theme105.xml" ContentType="application/vnd.openxmlformats-officedocument.theme+xml"/>
  <Override PartName="/ppt/theme/theme91.xml" ContentType="application/vnd.openxmlformats-officedocument.theme+xml"/>
  <Override PartName="/ppt/theme/theme23.xml" ContentType="application/vnd.openxmlformats-officedocument.theme+xml"/>
  <Override PartName="/ppt/theme/theme106.xml" ContentType="application/vnd.openxmlformats-officedocument.theme+xml"/>
  <Override PartName="/ppt/theme/theme92.xml" ContentType="application/vnd.openxmlformats-officedocument.theme+xml"/>
  <Override PartName="/ppt/theme/theme24.xml" ContentType="application/vnd.openxmlformats-officedocument.theme+xml"/>
  <Override PartName="/ppt/theme/theme107.xml" ContentType="application/vnd.openxmlformats-officedocument.theme+xml"/>
  <Override PartName="/ppt/theme/theme93.xml" ContentType="application/vnd.openxmlformats-officedocument.theme+xml"/>
  <Override PartName="/ppt/theme/theme25.xml" ContentType="application/vnd.openxmlformats-officedocument.theme+xml"/>
  <Override PartName="/ppt/theme/theme108.xml" ContentType="application/vnd.openxmlformats-officedocument.theme+xml"/>
  <Override PartName="/ppt/_rels/presentation.xml.rels" ContentType="application/vnd.openxmlformats-package.relationships+xml"/>
  <Override PartName="/ppt/media/image9.png" ContentType="image/png"/>
  <Override PartName="/ppt/media/image12.png" ContentType="image/png"/>
  <Override PartName="/ppt/media/image3.png" ContentType="image/png"/>
  <Override PartName="/ppt/media/image14.png" ContentType="image/png"/>
  <Override PartName="/ppt/media/image5.png" ContentType="image/png"/>
  <Override PartName="/ppt/media/image13.jpeg" ContentType="image/jpeg"/>
  <Override PartName="/ppt/media/image4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7.png" ContentType="image/png"/>
  <Override PartName="/ppt/slideLayouts/_rels/slideLayout74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17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16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15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14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113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111.xml.rels" ContentType="application/vnd.openxmlformats-package.relationships+xml"/>
  <Override PartName="/ppt/slideLayouts/_rels/slideLayout148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10.xml.rels" ContentType="application/vnd.openxmlformats-package.relationships+xml"/>
  <Override PartName="/ppt/slideLayouts/_rels/slideLayout147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46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4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122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121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120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144.xml.rels" ContentType="application/vnd.openxmlformats-package.relationships+xml"/>
  <Override PartName="/ppt/slideLayouts/_rels/slideLayout150.xml.rels" ContentType="application/vnd.openxmlformats-package.relationships+xml"/>
  <Override PartName="/ppt/slideLayouts/_rels/slideLayout151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143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154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142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153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41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152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18.xml.rels" ContentType="application/vnd.openxmlformats-package.relationships+xml"/>
  <Override PartName="/ppt/slideLayouts/_rels/slideLayout11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140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4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33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32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109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4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15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56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39.xml.rels" ContentType="application/vnd.openxmlformats-package.relationships+xml"/>
  <Override PartName="/ppt/slideLayouts/_rels/slideLayout138.xml.rels" ContentType="application/vnd.openxmlformats-package.relationships+xml"/>
  <Override PartName="/ppt/slideLayouts/_rels/slideLayout137.xml.rels" ContentType="application/vnd.openxmlformats-package.relationships+xml"/>
  <Override PartName="/ppt/slideLayouts/_rels/slideLayout136.xml.rels" ContentType="application/vnd.openxmlformats-package.relationships+xml"/>
  <Override PartName="/ppt/slideLayouts/_rels/slideLayout135.xml.rels" ContentType="application/vnd.openxmlformats-package.relationships+xml"/>
  <Override PartName="/ppt/slideLayouts/_rels/slideLayout129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28.xml.rels" ContentType="application/vnd.openxmlformats-package.relationships+xml"/>
  <Override PartName="/ppt/slideLayouts/_rels/slideLayout12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2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25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3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24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3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3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12.xml.rels" ContentType="application/vnd.openxmlformats-package.relationships+xml"/>
  <Override PartName="/ppt/slideLayouts/_rels/slideLayout57.xml.rels" ContentType="application/vnd.openxmlformats-package.relationships+xml"/>
  <Override PartName="/ppt/slideLayouts/slideLayout102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8" r:id="rId43"/>
    <p:sldMasterId id="2147483740" r:id="rId44"/>
    <p:sldMasterId id="2147483742" r:id="rId45"/>
    <p:sldMasterId id="2147483744" r:id="rId46"/>
    <p:sldMasterId id="2147483746" r:id="rId47"/>
    <p:sldMasterId id="2147483748" r:id="rId48"/>
    <p:sldMasterId id="2147483750" r:id="rId49"/>
    <p:sldMasterId id="2147483752" r:id="rId50"/>
    <p:sldMasterId id="2147483754" r:id="rId51"/>
    <p:sldMasterId id="2147483756" r:id="rId52"/>
    <p:sldMasterId id="2147483758" r:id="rId53"/>
    <p:sldMasterId id="2147483760" r:id="rId54"/>
    <p:sldMasterId id="2147483762" r:id="rId55"/>
    <p:sldMasterId id="2147483764" r:id="rId56"/>
    <p:sldMasterId id="2147483766" r:id="rId57"/>
    <p:sldMasterId id="2147483768" r:id="rId58"/>
    <p:sldMasterId id="2147483770" r:id="rId59"/>
    <p:sldMasterId id="2147483772" r:id="rId60"/>
    <p:sldMasterId id="2147483774" r:id="rId61"/>
    <p:sldMasterId id="2147483776" r:id="rId62"/>
    <p:sldMasterId id="2147483778" r:id="rId63"/>
    <p:sldMasterId id="2147483780" r:id="rId64"/>
    <p:sldMasterId id="2147483782" r:id="rId65"/>
    <p:sldMasterId id="2147483784" r:id="rId66"/>
    <p:sldMasterId id="2147483786" r:id="rId67"/>
    <p:sldMasterId id="2147483788" r:id="rId68"/>
    <p:sldMasterId id="2147483790" r:id="rId69"/>
    <p:sldMasterId id="2147483792" r:id="rId70"/>
    <p:sldMasterId id="2147483794" r:id="rId71"/>
    <p:sldMasterId id="2147483796" r:id="rId72"/>
    <p:sldMasterId id="2147483798" r:id="rId73"/>
    <p:sldMasterId id="2147483800" r:id="rId74"/>
    <p:sldMasterId id="2147483802" r:id="rId75"/>
    <p:sldMasterId id="2147483804" r:id="rId76"/>
    <p:sldMasterId id="2147483806" r:id="rId77"/>
    <p:sldMasterId id="2147483808" r:id="rId78"/>
    <p:sldMasterId id="2147483810" r:id="rId79"/>
    <p:sldMasterId id="2147483812" r:id="rId80"/>
    <p:sldMasterId id="2147483814" r:id="rId81"/>
    <p:sldMasterId id="2147483816" r:id="rId82"/>
    <p:sldMasterId id="2147483818" r:id="rId83"/>
    <p:sldMasterId id="2147483820" r:id="rId84"/>
    <p:sldMasterId id="2147483822" r:id="rId85"/>
    <p:sldMasterId id="2147483824" r:id="rId86"/>
    <p:sldMasterId id="2147483826" r:id="rId87"/>
    <p:sldMasterId id="2147483828" r:id="rId88"/>
    <p:sldMasterId id="2147483830" r:id="rId89"/>
    <p:sldMasterId id="2147483832" r:id="rId90"/>
    <p:sldMasterId id="2147483834" r:id="rId91"/>
    <p:sldMasterId id="2147483836" r:id="rId92"/>
    <p:sldMasterId id="2147483838" r:id="rId93"/>
    <p:sldMasterId id="2147483840" r:id="rId94"/>
    <p:sldMasterId id="2147483842" r:id="rId95"/>
    <p:sldMasterId id="2147483844" r:id="rId96"/>
    <p:sldMasterId id="2147483846" r:id="rId97"/>
    <p:sldMasterId id="2147483848" r:id="rId98"/>
    <p:sldMasterId id="2147483850" r:id="rId99"/>
    <p:sldMasterId id="2147483852" r:id="rId100"/>
    <p:sldMasterId id="2147483854" r:id="rId101"/>
    <p:sldMasterId id="2147483856" r:id="rId102"/>
    <p:sldMasterId id="2147483858" r:id="rId103"/>
    <p:sldMasterId id="2147483860" r:id="rId104"/>
    <p:sldMasterId id="2147483862" r:id="rId105"/>
    <p:sldMasterId id="2147483864" r:id="rId106"/>
    <p:sldMasterId id="2147483866" r:id="rId107"/>
    <p:sldMasterId id="2147483868" r:id="rId108"/>
    <p:sldMasterId id="2147483870" r:id="rId109"/>
    <p:sldMasterId id="2147483872" r:id="rId110"/>
    <p:sldMasterId id="2147483874" r:id="rId111"/>
    <p:sldMasterId id="2147483876" r:id="rId112"/>
    <p:sldMasterId id="2147483878" r:id="rId113"/>
    <p:sldMasterId id="2147483880" r:id="rId114"/>
    <p:sldMasterId id="2147483882" r:id="rId115"/>
    <p:sldMasterId id="2147483884" r:id="rId116"/>
    <p:sldMasterId id="2147483886" r:id="rId117"/>
    <p:sldMasterId id="2147483888" r:id="rId118"/>
    <p:sldMasterId id="2147483890" r:id="rId119"/>
    <p:sldMasterId id="2147483892" r:id="rId120"/>
    <p:sldMasterId id="2147483894" r:id="rId121"/>
    <p:sldMasterId id="2147483896" r:id="rId122"/>
    <p:sldMasterId id="2147483898" r:id="rId123"/>
    <p:sldMasterId id="2147483900" r:id="rId124"/>
    <p:sldMasterId id="2147483902" r:id="rId125"/>
    <p:sldMasterId id="2147483904" r:id="rId126"/>
    <p:sldMasterId id="2147483906" r:id="rId127"/>
    <p:sldMasterId id="2147483908" r:id="rId128"/>
    <p:sldMasterId id="2147483910" r:id="rId129"/>
    <p:sldMasterId id="2147483912" r:id="rId130"/>
    <p:sldMasterId id="2147483914" r:id="rId131"/>
    <p:sldMasterId id="2147483916" r:id="rId132"/>
    <p:sldMasterId id="2147483918" r:id="rId133"/>
    <p:sldMasterId id="2147483920" r:id="rId134"/>
    <p:sldMasterId id="2147483922" r:id="rId135"/>
    <p:sldMasterId id="2147483924" r:id="rId136"/>
    <p:sldMasterId id="2147483926" r:id="rId137"/>
    <p:sldMasterId id="2147483928" r:id="rId138"/>
    <p:sldMasterId id="2147483930" r:id="rId139"/>
    <p:sldMasterId id="2147483932" r:id="rId140"/>
    <p:sldMasterId id="2147483934" r:id="rId141"/>
    <p:sldMasterId id="2147483936" r:id="rId142"/>
    <p:sldMasterId id="2147483938" r:id="rId143"/>
    <p:sldMasterId id="2147483940" r:id="rId144"/>
    <p:sldMasterId id="2147483942" r:id="rId145"/>
    <p:sldMasterId id="2147483944" r:id="rId146"/>
    <p:sldMasterId id="2147483946" r:id="rId147"/>
    <p:sldMasterId id="2147483948" r:id="rId148"/>
    <p:sldMasterId id="2147483950" r:id="rId149"/>
  </p:sldMasterIdLst>
  <p:sldIdLst>
    <p:sldId id="256" r:id="rId150"/>
    <p:sldId id="257" r:id="rId151"/>
    <p:sldId id="258" r:id="rId152"/>
    <p:sldId id="259" r:id="rId153"/>
    <p:sldId id="260" r:id="rId154"/>
    <p:sldId id="261" r:id="rId155"/>
    <p:sldId id="262" r:id="rId156"/>
    <p:sldId id="263" r:id="rId157"/>
    <p:sldId id="264" r:id="rId15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Master" Target="slideMasters/slideMaster50.xml"/><Relationship Id="rId52" Type="http://schemas.openxmlformats.org/officeDocument/2006/relationships/slideMaster" Target="slideMasters/slideMaster51.xml"/><Relationship Id="rId53" Type="http://schemas.openxmlformats.org/officeDocument/2006/relationships/slideMaster" Target="slideMasters/slideMaster52.xml"/><Relationship Id="rId54" Type="http://schemas.openxmlformats.org/officeDocument/2006/relationships/slideMaster" Target="slideMasters/slideMaster53.xml"/><Relationship Id="rId55" Type="http://schemas.openxmlformats.org/officeDocument/2006/relationships/slideMaster" Target="slideMasters/slideMaster54.xml"/><Relationship Id="rId56" Type="http://schemas.openxmlformats.org/officeDocument/2006/relationships/slideMaster" Target="slideMasters/slideMaster55.xml"/><Relationship Id="rId57" Type="http://schemas.openxmlformats.org/officeDocument/2006/relationships/slideMaster" Target="slideMasters/slideMaster56.xml"/><Relationship Id="rId58" Type="http://schemas.openxmlformats.org/officeDocument/2006/relationships/slideMaster" Target="slideMasters/slideMaster57.xml"/><Relationship Id="rId59" Type="http://schemas.openxmlformats.org/officeDocument/2006/relationships/slideMaster" Target="slideMasters/slideMaster58.xml"/><Relationship Id="rId60" Type="http://schemas.openxmlformats.org/officeDocument/2006/relationships/slideMaster" Target="slideMasters/slideMaster59.xml"/><Relationship Id="rId61" Type="http://schemas.openxmlformats.org/officeDocument/2006/relationships/slideMaster" Target="slideMasters/slideMaster60.xml"/><Relationship Id="rId62" Type="http://schemas.openxmlformats.org/officeDocument/2006/relationships/slideMaster" Target="slideMasters/slideMaster61.xml"/><Relationship Id="rId63" Type="http://schemas.openxmlformats.org/officeDocument/2006/relationships/slideMaster" Target="slideMasters/slideMaster62.xml"/><Relationship Id="rId64" Type="http://schemas.openxmlformats.org/officeDocument/2006/relationships/slideMaster" Target="slideMasters/slideMaster63.xml"/><Relationship Id="rId65" Type="http://schemas.openxmlformats.org/officeDocument/2006/relationships/slideMaster" Target="slideMasters/slideMaster64.xml"/><Relationship Id="rId66" Type="http://schemas.openxmlformats.org/officeDocument/2006/relationships/slideMaster" Target="slideMasters/slideMaster65.xml"/><Relationship Id="rId67" Type="http://schemas.openxmlformats.org/officeDocument/2006/relationships/slideMaster" Target="slideMasters/slideMaster66.xml"/><Relationship Id="rId68" Type="http://schemas.openxmlformats.org/officeDocument/2006/relationships/slideMaster" Target="slideMasters/slideMaster67.xml"/><Relationship Id="rId69" Type="http://schemas.openxmlformats.org/officeDocument/2006/relationships/slideMaster" Target="slideMasters/slideMaster68.xml"/><Relationship Id="rId70" Type="http://schemas.openxmlformats.org/officeDocument/2006/relationships/slideMaster" Target="slideMasters/slideMaster69.xml"/><Relationship Id="rId71" Type="http://schemas.openxmlformats.org/officeDocument/2006/relationships/slideMaster" Target="slideMasters/slideMaster70.xml"/><Relationship Id="rId72" Type="http://schemas.openxmlformats.org/officeDocument/2006/relationships/slideMaster" Target="slideMasters/slideMaster71.xml"/><Relationship Id="rId73" Type="http://schemas.openxmlformats.org/officeDocument/2006/relationships/slideMaster" Target="slideMasters/slideMaster72.xml"/><Relationship Id="rId74" Type="http://schemas.openxmlformats.org/officeDocument/2006/relationships/slideMaster" Target="slideMasters/slideMaster73.xml"/><Relationship Id="rId75" Type="http://schemas.openxmlformats.org/officeDocument/2006/relationships/slideMaster" Target="slideMasters/slideMaster74.xml"/><Relationship Id="rId76" Type="http://schemas.openxmlformats.org/officeDocument/2006/relationships/slideMaster" Target="slideMasters/slideMaster75.xml"/><Relationship Id="rId77" Type="http://schemas.openxmlformats.org/officeDocument/2006/relationships/slideMaster" Target="slideMasters/slideMaster76.xml"/><Relationship Id="rId78" Type="http://schemas.openxmlformats.org/officeDocument/2006/relationships/slideMaster" Target="slideMasters/slideMaster77.xml"/><Relationship Id="rId79" Type="http://schemas.openxmlformats.org/officeDocument/2006/relationships/slideMaster" Target="slideMasters/slideMaster78.xml"/><Relationship Id="rId80" Type="http://schemas.openxmlformats.org/officeDocument/2006/relationships/slideMaster" Target="slideMasters/slideMaster79.xml"/><Relationship Id="rId81" Type="http://schemas.openxmlformats.org/officeDocument/2006/relationships/slideMaster" Target="slideMasters/slideMaster80.xml"/><Relationship Id="rId82" Type="http://schemas.openxmlformats.org/officeDocument/2006/relationships/slideMaster" Target="slideMasters/slideMaster81.xml"/><Relationship Id="rId83" Type="http://schemas.openxmlformats.org/officeDocument/2006/relationships/slideMaster" Target="slideMasters/slideMaster82.xml"/><Relationship Id="rId84" Type="http://schemas.openxmlformats.org/officeDocument/2006/relationships/slideMaster" Target="slideMasters/slideMaster83.xml"/><Relationship Id="rId85" Type="http://schemas.openxmlformats.org/officeDocument/2006/relationships/slideMaster" Target="slideMasters/slideMaster84.xml"/><Relationship Id="rId86" Type="http://schemas.openxmlformats.org/officeDocument/2006/relationships/slideMaster" Target="slideMasters/slideMaster85.xml"/><Relationship Id="rId87" Type="http://schemas.openxmlformats.org/officeDocument/2006/relationships/slideMaster" Target="slideMasters/slideMaster86.xml"/><Relationship Id="rId88" Type="http://schemas.openxmlformats.org/officeDocument/2006/relationships/slideMaster" Target="slideMasters/slideMaster87.xml"/><Relationship Id="rId89" Type="http://schemas.openxmlformats.org/officeDocument/2006/relationships/slideMaster" Target="slideMasters/slideMaster88.xml"/><Relationship Id="rId90" Type="http://schemas.openxmlformats.org/officeDocument/2006/relationships/slideMaster" Target="slideMasters/slideMaster89.xml"/><Relationship Id="rId91" Type="http://schemas.openxmlformats.org/officeDocument/2006/relationships/slideMaster" Target="slideMasters/slideMaster90.xml"/><Relationship Id="rId92" Type="http://schemas.openxmlformats.org/officeDocument/2006/relationships/slideMaster" Target="slideMasters/slideMaster91.xml"/><Relationship Id="rId93" Type="http://schemas.openxmlformats.org/officeDocument/2006/relationships/slideMaster" Target="slideMasters/slideMaster92.xml"/><Relationship Id="rId94" Type="http://schemas.openxmlformats.org/officeDocument/2006/relationships/slideMaster" Target="slideMasters/slideMaster93.xml"/><Relationship Id="rId95" Type="http://schemas.openxmlformats.org/officeDocument/2006/relationships/slideMaster" Target="slideMasters/slideMaster94.xml"/><Relationship Id="rId96" Type="http://schemas.openxmlformats.org/officeDocument/2006/relationships/slideMaster" Target="slideMasters/slideMaster95.xml"/><Relationship Id="rId97" Type="http://schemas.openxmlformats.org/officeDocument/2006/relationships/slideMaster" Target="slideMasters/slideMaster96.xml"/><Relationship Id="rId98" Type="http://schemas.openxmlformats.org/officeDocument/2006/relationships/slideMaster" Target="slideMasters/slideMaster97.xml"/><Relationship Id="rId99" Type="http://schemas.openxmlformats.org/officeDocument/2006/relationships/slideMaster" Target="slideMasters/slideMaster98.xml"/><Relationship Id="rId100" Type="http://schemas.openxmlformats.org/officeDocument/2006/relationships/slideMaster" Target="slideMasters/slideMaster99.xml"/><Relationship Id="rId101" Type="http://schemas.openxmlformats.org/officeDocument/2006/relationships/slideMaster" Target="slideMasters/slideMaster100.xml"/><Relationship Id="rId102" Type="http://schemas.openxmlformats.org/officeDocument/2006/relationships/slideMaster" Target="slideMasters/slideMaster101.xml"/><Relationship Id="rId103" Type="http://schemas.openxmlformats.org/officeDocument/2006/relationships/slideMaster" Target="slideMasters/slideMaster102.xml"/><Relationship Id="rId104" Type="http://schemas.openxmlformats.org/officeDocument/2006/relationships/slideMaster" Target="slideMasters/slideMaster103.xml"/><Relationship Id="rId105" Type="http://schemas.openxmlformats.org/officeDocument/2006/relationships/slideMaster" Target="slideMasters/slideMaster104.xml"/><Relationship Id="rId106" Type="http://schemas.openxmlformats.org/officeDocument/2006/relationships/slideMaster" Target="slideMasters/slideMaster105.xml"/><Relationship Id="rId107" Type="http://schemas.openxmlformats.org/officeDocument/2006/relationships/slideMaster" Target="slideMasters/slideMaster106.xml"/><Relationship Id="rId108" Type="http://schemas.openxmlformats.org/officeDocument/2006/relationships/slideMaster" Target="slideMasters/slideMaster107.xml"/><Relationship Id="rId109" Type="http://schemas.openxmlformats.org/officeDocument/2006/relationships/slideMaster" Target="slideMasters/slideMaster108.xml"/><Relationship Id="rId110" Type="http://schemas.openxmlformats.org/officeDocument/2006/relationships/slideMaster" Target="slideMasters/slideMaster109.xml"/><Relationship Id="rId111" Type="http://schemas.openxmlformats.org/officeDocument/2006/relationships/slideMaster" Target="slideMasters/slideMaster110.xml"/><Relationship Id="rId112" Type="http://schemas.openxmlformats.org/officeDocument/2006/relationships/slideMaster" Target="slideMasters/slideMaster111.xml"/><Relationship Id="rId113" Type="http://schemas.openxmlformats.org/officeDocument/2006/relationships/slideMaster" Target="slideMasters/slideMaster112.xml"/><Relationship Id="rId114" Type="http://schemas.openxmlformats.org/officeDocument/2006/relationships/slideMaster" Target="slideMasters/slideMaster113.xml"/><Relationship Id="rId115" Type="http://schemas.openxmlformats.org/officeDocument/2006/relationships/slideMaster" Target="slideMasters/slideMaster114.xml"/><Relationship Id="rId116" Type="http://schemas.openxmlformats.org/officeDocument/2006/relationships/slideMaster" Target="slideMasters/slideMaster115.xml"/><Relationship Id="rId117" Type="http://schemas.openxmlformats.org/officeDocument/2006/relationships/slideMaster" Target="slideMasters/slideMaster116.xml"/><Relationship Id="rId118" Type="http://schemas.openxmlformats.org/officeDocument/2006/relationships/slideMaster" Target="slideMasters/slideMaster117.xml"/><Relationship Id="rId119" Type="http://schemas.openxmlformats.org/officeDocument/2006/relationships/slideMaster" Target="slideMasters/slideMaster118.xml"/><Relationship Id="rId120" Type="http://schemas.openxmlformats.org/officeDocument/2006/relationships/slideMaster" Target="slideMasters/slideMaster119.xml"/><Relationship Id="rId121" Type="http://schemas.openxmlformats.org/officeDocument/2006/relationships/slideMaster" Target="slideMasters/slideMaster120.xml"/><Relationship Id="rId122" Type="http://schemas.openxmlformats.org/officeDocument/2006/relationships/slideMaster" Target="slideMasters/slideMaster121.xml"/><Relationship Id="rId123" Type="http://schemas.openxmlformats.org/officeDocument/2006/relationships/slideMaster" Target="slideMasters/slideMaster122.xml"/><Relationship Id="rId124" Type="http://schemas.openxmlformats.org/officeDocument/2006/relationships/slideMaster" Target="slideMasters/slideMaster123.xml"/><Relationship Id="rId125" Type="http://schemas.openxmlformats.org/officeDocument/2006/relationships/slideMaster" Target="slideMasters/slideMaster124.xml"/><Relationship Id="rId126" Type="http://schemas.openxmlformats.org/officeDocument/2006/relationships/slideMaster" Target="slideMasters/slideMaster125.xml"/><Relationship Id="rId127" Type="http://schemas.openxmlformats.org/officeDocument/2006/relationships/slideMaster" Target="slideMasters/slideMaster126.xml"/><Relationship Id="rId128" Type="http://schemas.openxmlformats.org/officeDocument/2006/relationships/slideMaster" Target="slideMasters/slideMaster127.xml"/><Relationship Id="rId129" Type="http://schemas.openxmlformats.org/officeDocument/2006/relationships/slideMaster" Target="slideMasters/slideMaster128.xml"/><Relationship Id="rId130" Type="http://schemas.openxmlformats.org/officeDocument/2006/relationships/slideMaster" Target="slideMasters/slideMaster129.xml"/><Relationship Id="rId131" Type="http://schemas.openxmlformats.org/officeDocument/2006/relationships/slideMaster" Target="slideMasters/slideMaster130.xml"/><Relationship Id="rId132" Type="http://schemas.openxmlformats.org/officeDocument/2006/relationships/slideMaster" Target="slideMasters/slideMaster131.xml"/><Relationship Id="rId133" Type="http://schemas.openxmlformats.org/officeDocument/2006/relationships/slideMaster" Target="slideMasters/slideMaster132.xml"/><Relationship Id="rId134" Type="http://schemas.openxmlformats.org/officeDocument/2006/relationships/slideMaster" Target="slideMasters/slideMaster133.xml"/><Relationship Id="rId135" Type="http://schemas.openxmlformats.org/officeDocument/2006/relationships/slideMaster" Target="slideMasters/slideMaster134.xml"/><Relationship Id="rId136" Type="http://schemas.openxmlformats.org/officeDocument/2006/relationships/slideMaster" Target="slideMasters/slideMaster135.xml"/><Relationship Id="rId137" Type="http://schemas.openxmlformats.org/officeDocument/2006/relationships/slideMaster" Target="slideMasters/slideMaster136.xml"/><Relationship Id="rId138" Type="http://schemas.openxmlformats.org/officeDocument/2006/relationships/slideMaster" Target="slideMasters/slideMaster137.xml"/><Relationship Id="rId139" Type="http://schemas.openxmlformats.org/officeDocument/2006/relationships/slideMaster" Target="slideMasters/slideMaster138.xml"/><Relationship Id="rId140" Type="http://schemas.openxmlformats.org/officeDocument/2006/relationships/slideMaster" Target="slideMasters/slideMaster139.xml"/><Relationship Id="rId141" Type="http://schemas.openxmlformats.org/officeDocument/2006/relationships/slideMaster" Target="slideMasters/slideMaster140.xml"/><Relationship Id="rId142" Type="http://schemas.openxmlformats.org/officeDocument/2006/relationships/slideMaster" Target="slideMasters/slideMaster141.xml"/><Relationship Id="rId143" Type="http://schemas.openxmlformats.org/officeDocument/2006/relationships/slideMaster" Target="slideMasters/slideMaster142.xml"/><Relationship Id="rId144" Type="http://schemas.openxmlformats.org/officeDocument/2006/relationships/slideMaster" Target="slideMasters/slideMaster143.xml"/><Relationship Id="rId145" Type="http://schemas.openxmlformats.org/officeDocument/2006/relationships/slideMaster" Target="slideMasters/slideMaster144.xml"/><Relationship Id="rId146" Type="http://schemas.openxmlformats.org/officeDocument/2006/relationships/slideMaster" Target="slideMasters/slideMaster145.xml"/><Relationship Id="rId147" Type="http://schemas.openxmlformats.org/officeDocument/2006/relationships/slideMaster" Target="slideMasters/slideMaster146.xml"/><Relationship Id="rId148" Type="http://schemas.openxmlformats.org/officeDocument/2006/relationships/slideMaster" Target="slideMasters/slideMaster147.xml"/><Relationship Id="rId149" Type="http://schemas.openxmlformats.org/officeDocument/2006/relationships/slideMaster" Target="slideMasters/slideMaster148.xml"/><Relationship Id="rId150" Type="http://schemas.openxmlformats.org/officeDocument/2006/relationships/slide" Target="slides/slide1.xml"/><Relationship Id="rId151" Type="http://schemas.openxmlformats.org/officeDocument/2006/relationships/slide" Target="slides/slide2.xml"/><Relationship Id="rId152" Type="http://schemas.openxmlformats.org/officeDocument/2006/relationships/slide" Target="slides/slide3.xml"/><Relationship Id="rId153" Type="http://schemas.openxmlformats.org/officeDocument/2006/relationships/slide" Target="slides/slide4.xml"/><Relationship Id="rId154" Type="http://schemas.openxmlformats.org/officeDocument/2006/relationships/slide" Target="slides/slide5.xml"/><Relationship Id="rId155" Type="http://schemas.openxmlformats.org/officeDocument/2006/relationships/slide" Target="slides/slide6.xml"/><Relationship Id="rId156" Type="http://schemas.openxmlformats.org/officeDocument/2006/relationships/slide" Target="slides/slide7.xml"/><Relationship Id="rId157" Type="http://schemas.openxmlformats.org/officeDocument/2006/relationships/slide" Target="slides/slide8.xml"/><Relationship Id="rId158" Type="http://schemas.openxmlformats.org/officeDocument/2006/relationships/slide" Target="slides/slide9.xml"/><Relationship Id="rId15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5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7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8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9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0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3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4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5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6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8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9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0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2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4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5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6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7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9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0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1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2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3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4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6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7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0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1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2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3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4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5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6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7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8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0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1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2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3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4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5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6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7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8.xml"/>
</Relationships>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9.xml"/>
</Relationships>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0.xml"/>
</Relationships>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1.xml"/>
</Relationships>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2.xml"/>
</Relationships>
</file>

<file path=ppt/slideLayouts/_rels/slideLayout1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3.xml"/>
</Relationships>
</file>

<file path=ppt/slideLayouts/_rels/slideLayout1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4.xml"/>
</Relationships>
</file>

<file path=ppt/slideLayouts/_rels/slideLayout1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5.xml"/>
</Relationships>
</file>

<file path=ppt/slideLayouts/_rels/slideLayout1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6.xml"/>
</Relationships>
</file>

<file path=ppt/slideLayouts/_rels/slideLayout1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7.xml"/>
</Relationships>
</file>

<file path=ppt/slideLayouts/_rels/slideLayout1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8.xml"/>
</Relationships>
</file>

<file path=ppt/slideLayouts/_rels/slideLayout1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9.xml"/>
</Relationships>
</file>

<file path=ppt/slideLayouts/_rels/slideLayout1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0.xml"/>
</Relationships>
</file>

<file path=ppt/slideLayouts/_rels/slideLayout1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1.xml"/>
</Relationships>
</file>

<file path=ppt/slideLayouts/_rels/slideLayout1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2.xml"/>
</Relationships>
</file>

<file path=ppt/slideLayouts/_rels/slideLayout1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3.xml"/>
</Relationships>
</file>

<file path=ppt/slideLayouts/_rels/slideLayout1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4.xml"/>
</Relationships>
</file>

<file path=ppt/slideLayouts/_rels/slideLayout1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5.xml"/>
</Relationships>
</file>

<file path=ppt/slideLayouts/_rels/slideLayout1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6.xml"/>
</Relationships>
</file>

<file path=ppt/slideLayouts/_rels/slideLayout1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7.xml"/>
</Relationships>
</file>

<file path=ppt/slideLayouts/_rels/slideLayout1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8.xml"/>
</Relationships>
</file>

<file path=ppt/slideLayouts/_rels/slideLayout1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9.xml"/>
</Relationships>
</file>

<file path=ppt/slideLayouts/_rels/slideLayout1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0.xml"/>
</Relationships>
</file>

<file path=ppt/slideLayouts/_rels/slideLayout1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1.xml"/>
</Relationships>
</file>

<file path=ppt/slideLayouts/_rels/slideLayout1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2.xml"/>
</Relationships>
</file>

<file path=ppt/slideLayouts/_rels/slideLayout1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3.xml"/>
</Relationships>
</file>

<file path=ppt/slideLayouts/_rels/slideLayout1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4.xml"/>
</Relationships>
</file>

<file path=ppt/slideLayouts/_rels/slideLayout1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5.xml"/>
</Relationships>
</file>

<file path=ppt/slideLayouts/_rels/slideLayout1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6.xml"/>
</Relationships>
</file>

<file path=ppt/slideLayouts/_rels/slideLayout1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7.xml"/>
</Relationships>
</file>

<file path=ppt/slideLayouts/_rels/slideLayout1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8.xml"/>
</Relationships>
</file>

<file path=ppt/slideLayouts/_rels/slideLayout1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9.xml"/>
</Relationships>
</file>

<file path=ppt/slideLayouts/_rels/slideLayout1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0.xml"/>
</Relationships>
</file>

<file path=ppt/slideLayouts/_rels/slideLayout1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1.xml"/>
</Relationships>
</file>

<file path=ppt/slideLayouts/_rels/slideLayout1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2.xml"/>
</Relationships>
</file>

<file path=ppt/slideLayouts/_rels/slideLayout1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3.xml"/>
</Relationships>
</file>

<file path=ppt/slideLayouts/_rels/slideLayout1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4.xml"/>
</Relationships>
</file>

<file path=ppt/slideLayouts/_rels/slideLayout1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5.xml"/>
</Relationships>
</file>

<file path=ppt/slideLayouts/_rels/slideLayout1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6.xml"/>
</Relationships>
</file>

<file path=ppt/slideLayouts/_rels/slideLayout1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7.xml"/>
</Relationships>
</file>

<file path=ppt/slideLayouts/_rels/slideLayout1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PlaceHolder 5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fini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5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fini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fini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fini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4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5" name="PlaceHolder 5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fini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fini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fini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fini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fini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fini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fini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fini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fini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7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5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fini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fini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3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fini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7" name="PlaceHolder 4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fini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fini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4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fini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fini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fini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fini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6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7" name="PlaceHolder 5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finito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finito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5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finito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5" name="PlaceHolder 4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finito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5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finito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6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7" name="PlaceHolder 5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finito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finito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3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finito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3" name="PlaceHolder 4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finito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3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finito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finito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finito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5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finito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5" name="PlaceHolder 4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finito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5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finito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finito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3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4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5" name="PlaceHolder 5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finito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6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7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finito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7" name="PlaceHolder 4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finito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6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7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finito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finito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5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6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7" name="PlaceHolder 5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finito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finito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finito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9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0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1" name="PlaceHolder 5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finito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0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1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finito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0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1" name="PlaceHolder 4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finito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0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1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finito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9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finito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9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0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1" name="PlaceHolder 5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finito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9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finito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8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9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finito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finito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3" name="PlaceHolder 4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finito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2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3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finito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3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finito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finito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9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0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1" name="PlaceHolder 5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finito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9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finito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8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9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finito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8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9" name="PlaceHolder 4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finito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8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9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finito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finito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5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6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7" name="PlaceHolder 5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finito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5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finito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4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5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finito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4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5" name="PlaceHolder 4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finito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4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5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finito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finito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1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2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3" name="PlaceHolder 5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finito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1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finito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0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1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finito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0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1" name="PlaceHolder 4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finito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0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1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finito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2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3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finito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3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4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5" name="PlaceHolder 5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finito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4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5" name="PlaceHolder 4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finito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finito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8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9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finito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7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finito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5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finito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finito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7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finito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finito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1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finito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1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finito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0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1" name="PlaceHolder 4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finito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0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1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finito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finito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5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6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7" name="PlaceHolder 5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finito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finito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1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finito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9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finito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8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9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finito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8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9" name="PlaceHolder 4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finito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8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9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finito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9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0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1" name="PlaceHolder 5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finito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9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finito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8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9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finito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finito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2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3" name="PlaceHolder 4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finito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finito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8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9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finito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9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0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1" name="PlaceHolder 5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finito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finito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5" name="PlaceHolder 3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finito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4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5" name="PlaceHolder 4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finito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finito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8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9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3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4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5" name="PlaceHolder 5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4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5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4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5" name="PlaceHolder 4"/>
          <p:cNvSpPr>
            <a:spLocks noGrp="1"/>
          </p:cNvSpPr>
          <p:nvPr>
            <p:ph/>
          </p:nvPr>
        </p:nvSpPr>
        <p:spPr>
          <a:xfrm>
            <a:off x="6229800" y="368028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4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5" name="PlaceHolder 4"/>
          <p:cNvSpPr>
            <a:spLocks noGrp="1"/>
          </p:cNvSpPr>
          <p:nvPr>
            <p:ph/>
          </p:nvPr>
        </p:nvSpPr>
        <p:spPr>
          <a:xfrm>
            <a:off x="609480" y="3680280"/>
            <a:ext cx="10968840" cy="18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3" name="PlaceHolder 3"/>
          <p:cNvSpPr>
            <a:spLocks noGrp="1"/>
          </p:cNvSpPr>
          <p:nvPr>
            <p:ph/>
          </p:nvPr>
        </p:nvSpPr>
        <p:spPr>
          <a:xfrm>
            <a:off x="622980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6.xml"/><Relationship Id="rId9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9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0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1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2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3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4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5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6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7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5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8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5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9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5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0.xml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5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1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5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2.xml"/>
</Relationships>
</file>

<file path=ppt/slideMasters/_rels/slideMaster55.xml.rels><?xml version="1.0" encoding="UTF-8"?>
<Relationships xmlns="http://schemas.openxmlformats.org/package/2006/relationships"><Relationship Id="rId1" Type="http://schemas.openxmlformats.org/officeDocument/2006/relationships/theme" Target="../theme/theme5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3.xml"/>
</Relationships>
</file>

<file path=ppt/slideMasters/_rels/slideMaster56.xml.rels><?xml version="1.0" encoding="UTF-8"?>
<Relationships xmlns="http://schemas.openxmlformats.org/package/2006/relationships"><Relationship Id="rId1" Type="http://schemas.openxmlformats.org/officeDocument/2006/relationships/theme" Target="../theme/theme5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4.xml"/>
</Relationships>
</file>

<file path=ppt/slideMasters/_rels/slideMaster57.xml.rels><?xml version="1.0" encoding="UTF-8"?>
<Relationships xmlns="http://schemas.openxmlformats.org/package/2006/relationships"><Relationship Id="rId1" Type="http://schemas.openxmlformats.org/officeDocument/2006/relationships/theme" Target="../theme/theme5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5.xml"/>
</Relationships>
</file>

<file path=ppt/slideMasters/_rels/slideMaster58.xml.rels><?xml version="1.0" encoding="UTF-8"?>
<Relationships xmlns="http://schemas.openxmlformats.org/package/2006/relationships"><Relationship Id="rId1" Type="http://schemas.openxmlformats.org/officeDocument/2006/relationships/theme" Target="../theme/theme5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6.xml"/>
</Relationships>
</file>

<file path=ppt/slideMasters/_rels/slideMaster59.xml.rels><?xml version="1.0" encoding="UTF-8"?>
<Relationships xmlns="http://schemas.openxmlformats.org/package/2006/relationships"><Relationship Id="rId1" Type="http://schemas.openxmlformats.org/officeDocument/2006/relationships/theme" Target="../theme/theme5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7.xml"/>
</Relationships>
</file>

<file path=ppt/slideMasters/_rels/slideMaster60.xml.rels><?xml version="1.0" encoding="UTF-8"?>
<Relationships xmlns="http://schemas.openxmlformats.org/package/2006/relationships"><Relationship Id="rId1" Type="http://schemas.openxmlformats.org/officeDocument/2006/relationships/theme" Target="../theme/theme6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8.xml"/>
</Relationships>
</file>

<file path=ppt/slideMasters/_rels/slideMaster61.xml.rels><?xml version="1.0" encoding="UTF-8"?>
<Relationships xmlns="http://schemas.openxmlformats.org/package/2006/relationships"><Relationship Id="rId1" Type="http://schemas.openxmlformats.org/officeDocument/2006/relationships/theme" Target="../theme/theme6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9.xml"/>
</Relationships>
</file>

<file path=ppt/slideMasters/_rels/slideMaster62.xml.rels><?xml version="1.0" encoding="UTF-8"?>
<Relationships xmlns="http://schemas.openxmlformats.org/package/2006/relationships"><Relationship Id="rId1" Type="http://schemas.openxmlformats.org/officeDocument/2006/relationships/theme" Target="../theme/theme6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0.xml"/>
</Relationships>
</file>

<file path=ppt/slideMasters/_rels/slideMaster63.xml.rels><?xml version="1.0" encoding="UTF-8"?>
<Relationships xmlns="http://schemas.openxmlformats.org/package/2006/relationships"><Relationship Id="rId1" Type="http://schemas.openxmlformats.org/officeDocument/2006/relationships/theme" Target="../theme/theme6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1.xml"/>
</Relationships>
</file>

<file path=ppt/slideMasters/_rels/slideMaster64.xml.rels><?xml version="1.0" encoding="UTF-8"?>
<Relationships xmlns="http://schemas.openxmlformats.org/package/2006/relationships"><Relationship Id="rId1" Type="http://schemas.openxmlformats.org/officeDocument/2006/relationships/theme" Target="../theme/theme6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2.xml"/>
</Relationships>
</file>

<file path=ppt/slideMasters/_rels/slideMaster65.xml.rels><?xml version="1.0" encoding="UTF-8"?>
<Relationships xmlns="http://schemas.openxmlformats.org/package/2006/relationships"><Relationship Id="rId1" Type="http://schemas.openxmlformats.org/officeDocument/2006/relationships/theme" Target="../theme/theme6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3.xml"/>
</Relationships>
</file>

<file path=ppt/slideMasters/_rels/slideMaster66.xml.rels><?xml version="1.0" encoding="UTF-8"?>
<Relationships xmlns="http://schemas.openxmlformats.org/package/2006/relationships"><Relationship Id="rId1" Type="http://schemas.openxmlformats.org/officeDocument/2006/relationships/theme" Target="../theme/theme6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4.xml"/>
</Relationships>
</file>

<file path=ppt/slideMasters/_rels/slideMaster67.xml.rels><?xml version="1.0" encoding="UTF-8"?>
<Relationships xmlns="http://schemas.openxmlformats.org/package/2006/relationships"><Relationship Id="rId1" Type="http://schemas.openxmlformats.org/officeDocument/2006/relationships/theme" Target="../theme/theme6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5.xml"/>
</Relationships>
</file>

<file path=ppt/slideMasters/_rels/slideMaster68.xml.rels><?xml version="1.0" encoding="UTF-8"?>
<Relationships xmlns="http://schemas.openxmlformats.org/package/2006/relationships"><Relationship Id="rId1" Type="http://schemas.openxmlformats.org/officeDocument/2006/relationships/theme" Target="../theme/theme6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6.xml"/>
</Relationships>
</file>

<file path=ppt/slideMasters/_rels/slideMaster69.xml.rels><?xml version="1.0" encoding="UTF-8"?>
<Relationships xmlns="http://schemas.openxmlformats.org/package/2006/relationships"><Relationship Id="rId1" Type="http://schemas.openxmlformats.org/officeDocument/2006/relationships/theme" Target="../theme/theme6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7.xml"/>
</Relationships>
</file>

<file path=ppt/slideMasters/_rels/slideMaster70.xml.rels><?xml version="1.0" encoding="UTF-8"?>
<Relationships xmlns="http://schemas.openxmlformats.org/package/2006/relationships"><Relationship Id="rId1" Type="http://schemas.openxmlformats.org/officeDocument/2006/relationships/theme" Target="../theme/theme7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8.xml"/>
</Relationships>
</file>

<file path=ppt/slideMasters/_rels/slideMaster71.xml.rels><?xml version="1.0" encoding="UTF-8"?>
<Relationships xmlns="http://schemas.openxmlformats.org/package/2006/relationships"><Relationship Id="rId1" Type="http://schemas.openxmlformats.org/officeDocument/2006/relationships/theme" Target="../theme/theme7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9.xml"/>
</Relationships>
</file>

<file path=ppt/slideMasters/_rels/slideMaster72.xml.rels><?xml version="1.0" encoding="UTF-8"?>
<Relationships xmlns="http://schemas.openxmlformats.org/package/2006/relationships"><Relationship Id="rId1" Type="http://schemas.openxmlformats.org/officeDocument/2006/relationships/theme" Target="../theme/theme7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0.xml"/>
</Relationships>
</file>

<file path=ppt/slideMasters/_rels/slideMaster73.xml.rels><?xml version="1.0" encoding="UTF-8"?>
<Relationships xmlns="http://schemas.openxmlformats.org/package/2006/relationships"><Relationship Id="rId1" Type="http://schemas.openxmlformats.org/officeDocument/2006/relationships/theme" Target="../theme/theme7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1.xml"/>
</Relationships>
</file>

<file path=ppt/slideMasters/_rels/slideMaster74.xml.rels><?xml version="1.0" encoding="UTF-8"?>
<Relationships xmlns="http://schemas.openxmlformats.org/package/2006/relationships"><Relationship Id="rId1" Type="http://schemas.openxmlformats.org/officeDocument/2006/relationships/theme" Target="../theme/theme7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2.xml"/>
</Relationships>
</file>

<file path=ppt/slideMasters/_rels/slideMaster75.xml.rels><?xml version="1.0" encoding="UTF-8"?>
<Relationships xmlns="http://schemas.openxmlformats.org/package/2006/relationships"><Relationship Id="rId1" Type="http://schemas.openxmlformats.org/officeDocument/2006/relationships/theme" Target="../theme/theme7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3.xml"/>
</Relationships>
</file>

<file path=ppt/slideMasters/_rels/slideMaster76.xml.rels><?xml version="1.0" encoding="UTF-8"?>
<Relationships xmlns="http://schemas.openxmlformats.org/package/2006/relationships"><Relationship Id="rId1" Type="http://schemas.openxmlformats.org/officeDocument/2006/relationships/theme" Target="../theme/theme7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4.xml"/>
</Relationships>
</file>

<file path=ppt/slideMasters/_rels/slideMaster77.xml.rels><?xml version="1.0" encoding="UTF-8"?>
<Relationships xmlns="http://schemas.openxmlformats.org/package/2006/relationships"><Relationship Id="rId1" Type="http://schemas.openxmlformats.org/officeDocument/2006/relationships/theme" Target="../theme/theme7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5.xml"/>
</Relationships>
</file>

<file path=ppt/slideMasters/_rels/slideMaster78.xml.rels><?xml version="1.0" encoding="UTF-8"?>
<Relationships xmlns="http://schemas.openxmlformats.org/package/2006/relationships"><Relationship Id="rId1" Type="http://schemas.openxmlformats.org/officeDocument/2006/relationships/theme" Target="../theme/theme7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6.xml"/>
</Relationships>
</file>

<file path=ppt/slideMasters/_rels/slideMaster79.xml.rels><?xml version="1.0" encoding="UTF-8"?>
<Relationships xmlns="http://schemas.openxmlformats.org/package/2006/relationships"><Relationship Id="rId1" Type="http://schemas.openxmlformats.org/officeDocument/2006/relationships/theme" Target="../theme/theme7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7.xml"/>
</Relationships>
</file>

<file path=ppt/slideMasters/_rels/slideMaster80.xml.rels><?xml version="1.0" encoding="UTF-8"?>
<Relationships xmlns="http://schemas.openxmlformats.org/package/2006/relationships"><Relationship Id="rId1" Type="http://schemas.openxmlformats.org/officeDocument/2006/relationships/theme" Target="../theme/theme8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8.xml"/>
</Relationships>
</file>

<file path=ppt/slideMasters/_rels/slideMaster81.xml.rels><?xml version="1.0" encoding="UTF-8"?>
<Relationships xmlns="http://schemas.openxmlformats.org/package/2006/relationships"><Relationship Id="rId1" Type="http://schemas.openxmlformats.org/officeDocument/2006/relationships/theme" Target="../theme/theme8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9.xml"/>
</Relationships>
</file>

<file path=ppt/slideMasters/_rels/slideMaster82.xml.rels><?xml version="1.0" encoding="UTF-8"?>
<Relationships xmlns="http://schemas.openxmlformats.org/package/2006/relationships"><Relationship Id="rId1" Type="http://schemas.openxmlformats.org/officeDocument/2006/relationships/theme" Target="../theme/theme8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0.xml"/>
</Relationships>
</file>

<file path=ppt/slideMasters/_rels/slideMaster83.xml.rels><?xml version="1.0" encoding="UTF-8"?>
<Relationships xmlns="http://schemas.openxmlformats.org/package/2006/relationships"><Relationship Id="rId1" Type="http://schemas.openxmlformats.org/officeDocument/2006/relationships/theme" Target="../theme/theme8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1.xml"/>
</Relationships>
</file>

<file path=ppt/slideMasters/_rels/slideMaster84.xml.rels><?xml version="1.0" encoding="UTF-8"?>
<Relationships xmlns="http://schemas.openxmlformats.org/package/2006/relationships"><Relationship Id="rId1" Type="http://schemas.openxmlformats.org/officeDocument/2006/relationships/theme" Target="../theme/theme8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2.xml"/>
</Relationships>
</file>

<file path=ppt/slideMasters/_rels/slideMaster85.xml.rels><?xml version="1.0" encoding="UTF-8"?>
<Relationships xmlns="http://schemas.openxmlformats.org/package/2006/relationships"><Relationship Id="rId1" Type="http://schemas.openxmlformats.org/officeDocument/2006/relationships/theme" Target="../theme/theme8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3.xml"/>
</Relationships>
</file>

<file path=ppt/slideMasters/_rels/slideMaster86.xml.rels><?xml version="1.0" encoding="UTF-8"?>
<Relationships xmlns="http://schemas.openxmlformats.org/package/2006/relationships"><Relationship Id="rId1" Type="http://schemas.openxmlformats.org/officeDocument/2006/relationships/theme" Target="../theme/theme8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4.xml"/>
</Relationships>
</file>

<file path=ppt/slideMasters/_rels/slideMaster87.xml.rels><?xml version="1.0" encoding="UTF-8"?>
<Relationships xmlns="http://schemas.openxmlformats.org/package/2006/relationships"><Relationship Id="rId1" Type="http://schemas.openxmlformats.org/officeDocument/2006/relationships/theme" Target="../theme/theme8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5.xml"/>
</Relationships>
</file>

<file path=ppt/slideMasters/_rels/slideMaster88.xml.rels><?xml version="1.0" encoding="UTF-8"?>
<Relationships xmlns="http://schemas.openxmlformats.org/package/2006/relationships"><Relationship Id="rId1" Type="http://schemas.openxmlformats.org/officeDocument/2006/relationships/theme" Target="../theme/theme8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6.xml"/>
</Relationships>
</file>

<file path=ppt/slideMasters/_rels/slideMaster89.xml.rels><?xml version="1.0" encoding="UTF-8"?>
<Relationships xmlns="http://schemas.openxmlformats.org/package/2006/relationships"><Relationship Id="rId1" Type="http://schemas.openxmlformats.org/officeDocument/2006/relationships/theme" Target="../theme/theme8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7.xml"/>
</Relationships>
</file>

<file path=ppt/slideMasters/_rels/slideMaster90.xml.rels><?xml version="1.0" encoding="UTF-8"?>
<Relationships xmlns="http://schemas.openxmlformats.org/package/2006/relationships"><Relationship Id="rId1" Type="http://schemas.openxmlformats.org/officeDocument/2006/relationships/theme" Target="../theme/theme9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8.xml"/>
</Relationships>
</file>

<file path=ppt/slideMasters/_rels/slideMaster91.xml.rels><?xml version="1.0" encoding="UTF-8"?>
<Relationships xmlns="http://schemas.openxmlformats.org/package/2006/relationships"><Relationship Id="rId1" Type="http://schemas.openxmlformats.org/officeDocument/2006/relationships/theme" Target="../theme/theme9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9.xml"/>
</Relationships>
</file>

<file path=ppt/slideMasters/_rels/slideMaster92.xml.rels><?xml version="1.0" encoding="UTF-8"?>
<Relationships xmlns="http://schemas.openxmlformats.org/package/2006/relationships"><Relationship Id="rId1" Type="http://schemas.openxmlformats.org/officeDocument/2006/relationships/theme" Target="../theme/theme9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00.xml"/>
</Relationships>
</file>

<file path=ppt/slideMasters/_rels/slideMaster93.xml.rels><?xml version="1.0" encoding="UTF-8"?>
<Relationships xmlns="http://schemas.openxmlformats.org/package/2006/relationships"><Relationship Id="rId1" Type="http://schemas.openxmlformats.org/officeDocument/2006/relationships/theme" Target="../theme/theme9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01.xml"/>
</Relationships>
</file>

<file path=ppt/slideMasters/_rels/slideMaster94.xml.rels><?xml version="1.0" encoding="UTF-8"?>
<Relationships xmlns="http://schemas.openxmlformats.org/package/2006/relationships"><Relationship Id="rId1" Type="http://schemas.openxmlformats.org/officeDocument/2006/relationships/theme" Target="../theme/theme9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02.xml"/>
</Relationships>
</file>

<file path=ppt/slideMasters/_rels/slideMaster95.xml.rels><?xml version="1.0" encoding="UTF-8"?>
<Relationships xmlns="http://schemas.openxmlformats.org/package/2006/relationships"><Relationship Id="rId1" Type="http://schemas.openxmlformats.org/officeDocument/2006/relationships/theme" Target="../theme/theme9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03.xml"/>
</Relationships>
</file>

<file path=ppt/slideMasters/_rels/slideMaster96.xml.rels><?xml version="1.0" encoding="UTF-8"?>
<Relationships xmlns="http://schemas.openxmlformats.org/package/2006/relationships"><Relationship Id="rId1" Type="http://schemas.openxmlformats.org/officeDocument/2006/relationships/theme" Target="../theme/theme9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04.xml"/>
</Relationships>
</file>

<file path=ppt/slideMasters/_rels/slideMaster97.xml.rels><?xml version="1.0" encoding="UTF-8"?>
<Relationships xmlns="http://schemas.openxmlformats.org/package/2006/relationships"><Relationship Id="rId1" Type="http://schemas.openxmlformats.org/officeDocument/2006/relationships/theme" Target="../theme/theme9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05.xml"/>
</Relationships>
</file>

<file path=ppt/slideMasters/_rels/slideMaster98.xml.rels><?xml version="1.0" encoding="UTF-8"?>
<Relationships xmlns="http://schemas.openxmlformats.org/package/2006/relationships"><Relationship Id="rId1" Type="http://schemas.openxmlformats.org/officeDocument/2006/relationships/theme" Target="../theme/theme9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06.xml"/>
</Relationships>
</file>

<file path=ppt/slideMasters/_rels/slideMaster99.xml.rels><?xml version="1.0" encoding="UTF-8"?>
<Relationships xmlns="http://schemas.openxmlformats.org/package/2006/relationships"><Relationship Id="rId1" Type="http://schemas.openxmlformats.org/officeDocument/2006/relationships/theme" Target="../theme/theme9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07.xml"/>
</Relationships>
</file>

<file path=ppt/slideMasters/_rels/slideMaster100.xml.rels><?xml version="1.0" encoding="UTF-8"?>
<Relationships xmlns="http://schemas.openxmlformats.org/package/2006/relationships"><Relationship Id="rId1" Type="http://schemas.openxmlformats.org/officeDocument/2006/relationships/theme" Target="../theme/theme10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08.xml"/>
</Relationships>
</file>

<file path=ppt/slideMasters/_rels/slideMaster101.xml.rels><?xml version="1.0" encoding="UTF-8"?>
<Relationships xmlns="http://schemas.openxmlformats.org/package/2006/relationships"><Relationship Id="rId1" Type="http://schemas.openxmlformats.org/officeDocument/2006/relationships/theme" Target="../theme/theme10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09.xml"/>
</Relationships>
</file>

<file path=ppt/slideMasters/_rels/slideMaster102.xml.rels><?xml version="1.0" encoding="UTF-8"?>
<Relationships xmlns="http://schemas.openxmlformats.org/package/2006/relationships"><Relationship Id="rId1" Type="http://schemas.openxmlformats.org/officeDocument/2006/relationships/theme" Target="../theme/theme10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0.xml"/>
</Relationships>
</file>

<file path=ppt/slideMasters/_rels/slideMaster103.xml.rels><?xml version="1.0" encoding="UTF-8"?>
<Relationships xmlns="http://schemas.openxmlformats.org/package/2006/relationships"><Relationship Id="rId1" Type="http://schemas.openxmlformats.org/officeDocument/2006/relationships/theme" Target="../theme/theme10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1.xml"/>
</Relationships>
</file>

<file path=ppt/slideMasters/_rels/slideMaster104.xml.rels><?xml version="1.0" encoding="UTF-8"?>
<Relationships xmlns="http://schemas.openxmlformats.org/package/2006/relationships"><Relationship Id="rId1" Type="http://schemas.openxmlformats.org/officeDocument/2006/relationships/theme" Target="../theme/theme10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2.xml"/>
</Relationships>
</file>

<file path=ppt/slideMasters/_rels/slideMaster105.xml.rels><?xml version="1.0" encoding="UTF-8"?>
<Relationships xmlns="http://schemas.openxmlformats.org/package/2006/relationships"><Relationship Id="rId1" Type="http://schemas.openxmlformats.org/officeDocument/2006/relationships/theme" Target="../theme/theme10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3.xml"/>
</Relationships>
</file>

<file path=ppt/slideMasters/_rels/slideMaster106.xml.rels><?xml version="1.0" encoding="UTF-8"?>
<Relationships xmlns="http://schemas.openxmlformats.org/package/2006/relationships"><Relationship Id="rId1" Type="http://schemas.openxmlformats.org/officeDocument/2006/relationships/theme" Target="../theme/theme10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4.xml"/>
</Relationships>
</file>

<file path=ppt/slideMasters/_rels/slideMaster107.xml.rels><?xml version="1.0" encoding="UTF-8"?>
<Relationships xmlns="http://schemas.openxmlformats.org/package/2006/relationships"><Relationship Id="rId1" Type="http://schemas.openxmlformats.org/officeDocument/2006/relationships/theme" Target="../theme/theme10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5.xml"/>
</Relationships>
</file>

<file path=ppt/slideMasters/_rels/slideMaster108.xml.rels><?xml version="1.0" encoding="UTF-8"?>
<Relationships xmlns="http://schemas.openxmlformats.org/package/2006/relationships"><Relationship Id="rId1" Type="http://schemas.openxmlformats.org/officeDocument/2006/relationships/theme" Target="../theme/theme10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6.xml"/>
</Relationships>
</file>

<file path=ppt/slideMasters/_rels/slideMaster109.xml.rels><?xml version="1.0" encoding="UTF-8"?>
<Relationships xmlns="http://schemas.openxmlformats.org/package/2006/relationships"><Relationship Id="rId1" Type="http://schemas.openxmlformats.org/officeDocument/2006/relationships/theme" Target="../theme/theme10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7.xml"/>
</Relationships>
</file>

<file path=ppt/slideMasters/_rels/slideMaster110.xml.rels><?xml version="1.0" encoding="UTF-8"?>
<Relationships xmlns="http://schemas.openxmlformats.org/package/2006/relationships"><Relationship Id="rId1" Type="http://schemas.openxmlformats.org/officeDocument/2006/relationships/theme" Target="../theme/theme11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8.xml"/>
</Relationships>
</file>

<file path=ppt/slideMasters/_rels/slideMaster111.xml.rels><?xml version="1.0" encoding="UTF-8"?>
<Relationships xmlns="http://schemas.openxmlformats.org/package/2006/relationships"><Relationship Id="rId1" Type="http://schemas.openxmlformats.org/officeDocument/2006/relationships/theme" Target="../theme/theme11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9.xml"/>
</Relationships>
</file>

<file path=ppt/slideMasters/_rels/slideMaster112.xml.rels><?xml version="1.0" encoding="UTF-8"?>
<Relationships xmlns="http://schemas.openxmlformats.org/package/2006/relationships"><Relationship Id="rId1" Type="http://schemas.openxmlformats.org/officeDocument/2006/relationships/theme" Target="../theme/theme11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0.xml"/>
</Relationships>
</file>

<file path=ppt/slideMasters/_rels/slideMaster113.xml.rels><?xml version="1.0" encoding="UTF-8"?>
<Relationships xmlns="http://schemas.openxmlformats.org/package/2006/relationships"><Relationship Id="rId1" Type="http://schemas.openxmlformats.org/officeDocument/2006/relationships/theme" Target="../theme/theme11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1.xml"/>
</Relationships>
</file>

<file path=ppt/slideMasters/_rels/slideMaster114.xml.rels><?xml version="1.0" encoding="UTF-8"?>
<Relationships xmlns="http://schemas.openxmlformats.org/package/2006/relationships"><Relationship Id="rId1" Type="http://schemas.openxmlformats.org/officeDocument/2006/relationships/theme" Target="../theme/theme11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2.xml"/>
</Relationships>
</file>

<file path=ppt/slideMasters/_rels/slideMaster115.xml.rels><?xml version="1.0" encoding="UTF-8"?>
<Relationships xmlns="http://schemas.openxmlformats.org/package/2006/relationships"><Relationship Id="rId1" Type="http://schemas.openxmlformats.org/officeDocument/2006/relationships/theme" Target="../theme/theme11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3.xml"/>
</Relationships>
</file>

<file path=ppt/slideMasters/_rels/slideMaster116.xml.rels><?xml version="1.0" encoding="UTF-8"?>
<Relationships xmlns="http://schemas.openxmlformats.org/package/2006/relationships"><Relationship Id="rId1" Type="http://schemas.openxmlformats.org/officeDocument/2006/relationships/theme" Target="../theme/theme11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4.xml"/>
</Relationships>
</file>

<file path=ppt/slideMasters/_rels/slideMaster117.xml.rels><?xml version="1.0" encoding="UTF-8"?>
<Relationships xmlns="http://schemas.openxmlformats.org/package/2006/relationships"><Relationship Id="rId1" Type="http://schemas.openxmlformats.org/officeDocument/2006/relationships/theme" Target="../theme/theme11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5.xml"/>
</Relationships>
</file>

<file path=ppt/slideMasters/_rels/slideMaster118.xml.rels><?xml version="1.0" encoding="UTF-8"?>
<Relationships xmlns="http://schemas.openxmlformats.org/package/2006/relationships"><Relationship Id="rId1" Type="http://schemas.openxmlformats.org/officeDocument/2006/relationships/theme" Target="../theme/theme11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6.xml"/>
</Relationships>
</file>

<file path=ppt/slideMasters/_rels/slideMaster119.xml.rels><?xml version="1.0" encoding="UTF-8"?>
<Relationships xmlns="http://schemas.openxmlformats.org/package/2006/relationships"><Relationship Id="rId1" Type="http://schemas.openxmlformats.org/officeDocument/2006/relationships/theme" Target="../theme/theme11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7.xml"/>
</Relationships>
</file>

<file path=ppt/slideMasters/_rels/slideMaster120.xml.rels><?xml version="1.0" encoding="UTF-8"?>
<Relationships xmlns="http://schemas.openxmlformats.org/package/2006/relationships"><Relationship Id="rId1" Type="http://schemas.openxmlformats.org/officeDocument/2006/relationships/theme" Target="../theme/theme12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8.xml"/>
</Relationships>
</file>

<file path=ppt/slideMasters/_rels/slideMaster121.xml.rels><?xml version="1.0" encoding="UTF-8"?>
<Relationships xmlns="http://schemas.openxmlformats.org/package/2006/relationships"><Relationship Id="rId1" Type="http://schemas.openxmlformats.org/officeDocument/2006/relationships/theme" Target="../theme/theme12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9.xml"/>
</Relationships>
</file>

<file path=ppt/slideMasters/_rels/slideMaster122.xml.rels><?xml version="1.0" encoding="UTF-8"?>
<Relationships xmlns="http://schemas.openxmlformats.org/package/2006/relationships"><Relationship Id="rId1" Type="http://schemas.openxmlformats.org/officeDocument/2006/relationships/theme" Target="../theme/theme12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0.xml"/>
</Relationships>
</file>

<file path=ppt/slideMasters/_rels/slideMaster123.xml.rels><?xml version="1.0" encoding="UTF-8"?>
<Relationships xmlns="http://schemas.openxmlformats.org/package/2006/relationships"><Relationship Id="rId1" Type="http://schemas.openxmlformats.org/officeDocument/2006/relationships/theme" Target="../theme/theme12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1.xml"/>
</Relationships>
</file>

<file path=ppt/slideMasters/_rels/slideMaster124.xml.rels><?xml version="1.0" encoding="UTF-8"?>
<Relationships xmlns="http://schemas.openxmlformats.org/package/2006/relationships"><Relationship Id="rId1" Type="http://schemas.openxmlformats.org/officeDocument/2006/relationships/theme" Target="../theme/theme12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2.xml"/>
</Relationships>
</file>

<file path=ppt/slideMasters/_rels/slideMaster125.xml.rels><?xml version="1.0" encoding="UTF-8"?>
<Relationships xmlns="http://schemas.openxmlformats.org/package/2006/relationships"><Relationship Id="rId1" Type="http://schemas.openxmlformats.org/officeDocument/2006/relationships/theme" Target="../theme/theme12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3.xml"/>
</Relationships>
</file>

<file path=ppt/slideMasters/_rels/slideMaster126.xml.rels><?xml version="1.0" encoding="UTF-8"?>
<Relationships xmlns="http://schemas.openxmlformats.org/package/2006/relationships"><Relationship Id="rId1" Type="http://schemas.openxmlformats.org/officeDocument/2006/relationships/theme" Target="../theme/theme12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4.xml"/>
</Relationships>
</file>

<file path=ppt/slideMasters/_rels/slideMaster127.xml.rels><?xml version="1.0" encoding="UTF-8"?>
<Relationships xmlns="http://schemas.openxmlformats.org/package/2006/relationships"><Relationship Id="rId1" Type="http://schemas.openxmlformats.org/officeDocument/2006/relationships/theme" Target="../theme/theme12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5.xml"/>
</Relationships>
</file>

<file path=ppt/slideMasters/_rels/slideMaster128.xml.rels><?xml version="1.0" encoding="UTF-8"?>
<Relationships xmlns="http://schemas.openxmlformats.org/package/2006/relationships"><Relationship Id="rId1" Type="http://schemas.openxmlformats.org/officeDocument/2006/relationships/theme" Target="../theme/theme12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6.xml"/>
</Relationships>
</file>

<file path=ppt/slideMasters/_rels/slideMaster129.xml.rels><?xml version="1.0" encoding="UTF-8"?>
<Relationships xmlns="http://schemas.openxmlformats.org/package/2006/relationships"><Relationship Id="rId1" Type="http://schemas.openxmlformats.org/officeDocument/2006/relationships/theme" Target="../theme/theme12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7.xml"/>
</Relationships>
</file>

<file path=ppt/slideMasters/_rels/slideMaster130.xml.rels><?xml version="1.0" encoding="UTF-8"?>
<Relationships xmlns="http://schemas.openxmlformats.org/package/2006/relationships"><Relationship Id="rId1" Type="http://schemas.openxmlformats.org/officeDocument/2006/relationships/theme" Target="../theme/theme13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8.xml"/>
</Relationships>
</file>

<file path=ppt/slideMasters/_rels/slideMaster131.xml.rels><?xml version="1.0" encoding="UTF-8"?>
<Relationships xmlns="http://schemas.openxmlformats.org/package/2006/relationships"><Relationship Id="rId1" Type="http://schemas.openxmlformats.org/officeDocument/2006/relationships/theme" Target="../theme/theme13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9.xml"/>
</Relationships>
</file>

<file path=ppt/slideMasters/_rels/slideMaster132.xml.rels><?xml version="1.0" encoding="UTF-8"?>
<Relationships xmlns="http://schemas.openxmlformats.org/package/2006/relationships"><Relationship Id="rId1" Type="http://schemas.openxmlformats.org/officeDocument/2006/relationships/theme" Target="../theme/theme13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40.xml"/>
</Relationships>
</file>

<file path=ppt/slideMasters/_rels/slideMaster133.xml.rels><?xml version="1.0" encoding="UTF-8"?>
<Relationships xmlns="http://schemas.openxmlformats.org/package/2006/relationships"><Relationship Id="rId1" Type="http://schemas.openxmlformats.org/officeDocument/2006/relationships/theme" Target="../theme/theme13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41.xml"/>
</Relationships>
</file>

<file path=ppt/slideMasters/_rels/slideMaster134.xml.rels><?xml version="1.0" encoding="UTF-8"?>
<Relationships xmlns="http://schemas.openxmlformats.org/package/2006/relationships"><Relationship Id="rId1" Type="http://schemas.openxmlformats.org/officeDocument/2006/relationships/theme" Target="../theme/theme13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42.xml"/>
</Relationships>
</file>

<file path=ppt/slideMasters/_rels/slideMaster135.xml.rels><?xml version="1.0" encoding="UTF-8"?>
<Relationships xmlns="http://schemas.openxmlformats.org/package/2006/relationships"><Relationship Id="rId1" Type="http://schemas.openxmlformats.org/officeDocument/2006/relationships/theme" Target="../theme/theme13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43.xml"/>
</Relationships>
</file>

<file path=ppt/slideMasters/_rels/slideMaster136.xml.rels><?xml version="1.0" encoding="UTF-8"?>
<Relationships xmlns="http://schemas.openxmlformats.org/package/2006/relationships"><Relationship Id="rId1" Type="http://schemas.openxmlformats.org/officeDocument/2006/relationships/theme" Target="../theme/theme13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44.xml"/>
</Relationships>
</file>

<file path=ppt/slideMasters/_rels/slideMaster137.xml.rels><?xml version="1.0" encoding="UTF-8"?>
<Relationships xmlns="http://schemas.openxmlformats.org/package/2006/relationships"><Relationship Id="rId1" Type="http://schemas.openxmlformats.org/officeDocument/2006/relationships/theme" Target="../theme/theme13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45.xml"/>
</Relationships>
</file>

<file path=ppt/slideMasters/_rels/slideMaster138.xml.rels><?xml version="1.0" encoding="UTF-8"?>
<Relationships xmlns="http://schemas.openxmlformats.org/package/2006/relationships"><Relationship Id="rId1" Type="http://schemas.openxmlformats.org/officeDocument/2006/relationships/theme" Target="../theme/theme13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46.xml"/>
</Relationships>
</file>

<file path=ppt/slideMasters/_rels/slideMaster139.xml.rels><?xml version="1.0" encoding="UTF-8"?>
<Relationships xmlns="http://schemas.openxmlformats.org/package/2006/relationships"><Relationship Id="rId1" Type="http://schemas.openxmlformats.org/officeDocument/2006/relationships/theme" Target="../theme/theme13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47.xml"/>
</Relationships>
</file>

<file path=ppt/slideMasters/_rels/slideMaster140.xml.rels><?xml version="1.0" encoding="UTF-8"?>
<Relationships xmlns="http://schemas.openxmlformats.org/package/2006/relationships"><Relationship Id="rId1" Type="http://schemas.openxmlformats.org/officeDocument/2006/relationships/theme" Target="../theme/theme14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48.xml"/>
</Relationships>
</file>

<file path=ppt/slideMasters/_rels/slideMaster141.xml.rels><?xml version="1.0" encoding="UTF-8"?>
<Relationships xmlns="http://schemas.openxmlformats.org/package/2006/relationships"><Relationship Id="rId1" Type="http://schemas.openxmlformats.org/officeDocument/2006/relationships/theme" Target="../theme/theme14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49.xml"/>
</Relationships>
</file>

<file path=ppt/slideMasters/_rels/slideMaster142.xml.rels><?xml version="1.0" encoding="UTF-8"?>
<Relationships xmlns="http://schemas.openxmlformats.org/package/2006/relationships"><Relationship Id="rId1" Type="http://schemas.openxmlformats.org/officeDocument/2006/relationships/theme" Target="../theme/theme14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50.xml"/>
</Relationships>
</file>

<file path=ppt/slideMasters/_rels/slideMaster143.xml.rels><?xml version="1.0" encoding="UTF-8"?>
<Relationships xmlns="http://schemas.openxmlformats.org/package/2006/relationships"><Relationship Id="rId1" Type="http://schemas.openxmlformats.org/officeDocument/2006/relationships/theme" Target="../theme/theme14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51.xml"/>
</Relationships>
</file>

<file path=ppt/slideMasters/_rels/slideMaster144.xml.rels><?xml version="1.0" encoding="UTF-8"?>
<Relationships xmlns="http://schemas.openxmlformats.org/package/2006/relationships"><Relationship Id="rId1" Type="http://schemas.openxmlformats.org/officeDocument/2006/relationships/theme" Target="../theme/theme14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52.xml"/>
</Relationships>
</file>

<file path=ppt/slideMasters/_rels/slideMaster145.xml.rels><?xml version="1.0" encoding="UTF-8"?>
<Relationships xmlns="http://schemas.openxmlformats.org/package/2006/relationships"><Relationship Id="rId1" Type="http://schemas.openxmlformats.org/officeDocument/2006/relationships/theme" Target="../theme/theme14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53.xml"/>
</Relationships>
</file>

<file path=ppt/slideMasters/_rels/slideMaster146.xml.rels><?xml version="1.0" encoding="UTF-8"?>
<Relationships xmlns="http://schemas.openxmlformats.org/package/2006/relationships"><Relationship Id="rId1" Type="http://schemas.openxmlformats.org/officeDocument/2006/relationships/theme" Target="../theme/theme14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54.xml"/>
</Relationships>
</file>

<file path=ppt/slideMasters/_rels/slideMaster147.xml.rels><?xml version="1.0" encoding="UTF-8"?>
<Relationships xmlns="http://schemas.openxmlformats.org/package/2006/relationships"><Relationship Id="rId1" Type="http://schemas.openxmlformats.org/officeDocument/2006/relationships/theme" Target="../theme/theme14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55.xml"/>
</Relationships>
</file>

<file path=ppt/slideMasters/_rels/slideMaster148.xml.rels><?xml version="1.0" encoding="UTF-8"?>
<Relationships xmlns="http://schemas.openxmlformats.org/package/2006/relationships"><Relationship Id="rId1" Type="http://schemas.openxmlformats.org/officeDocument/2006/relationships/theme" Target="../theme/theme14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5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Bildobjekt 12" descr=""/>
          <p:cNvPicPr/>
          <p:nvPr/>
        </p:nvPicPr>
        <p:blipFill>
          <a:blip r:embed="rId2">
            <a:grayscl/>
            <a:alphaModFix amt="19000"/>
          </a:blip>
          <a:stretch/>
        </p:blipFill>
        <p:spPr>
          <a:xfrm>
            <a:off x="3562200" y="0"/>
            <a:ext cx="12950280" cy="539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" name="Bildobjekt 7" descr=""/>
          <p:cNvPicPr/>
          <p:nvPr/>
        </p:nvPicPr>
        <p:blipFill>
          <a:blip r:embed="rId3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Rak 11"/>
          <p:cNvSpPr/>
          <p:nvPr/>
        </p:nvSpPr>
        <p:spPr>
          <a:xfrm>
            <a:off x="685440" y="1014120"/>
            <a:ext cx="701280" cy="360"/>
          </a:xfrm>
          <a:prstGeom prst="line">
            <a:avLst/>
          </a:prstGeom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objekt 12" descr=""/>
          <p:cNvPicPr/>
          <p:nvPr/>
        </p:nvPicPr>
        <p:blipFill>
          <a:blip r:embed="rId2">
            <a:grayscl/>
            <a:alphaModFix amt="19000"/>
          </a:blip>
          <a:stretch/>
        </p:blipFill>
        <p:spPr>
          <a:xfrm>
            <a:off x="3562200" y="0"/>
            <a:ext cx="12950280" cy="539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Bildobjekt 7" descr=""/>
          <p:cNvPicPr/>
          <p:nvPr/>
        </p:nvPicPr>
        <p:blipFill>
          <a:blip r:embed="rId3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Rak 11"/>
          <p:cNvSpPr/>
          <p:nvPr/>
        </p:nvSpPr>
        <p:spPr>
          <a:xfrm>
            <a:off x="685440" y="1014120"/>
            <a:ext cx="701280" cy="360"/>
          </a:xfrm>
          <a:prstGeom prst="line">
            <a:avLst/>
          </a:prstGeom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Bildobjekt 12" descr=""/>
          <p:cNvPicPr/>
          <p:nvPr/>
        </p:nvPicPr>
        <p:blipFill>
          <a:blip r:embed="rId2">
            <a:grayscl/>
            <a:alphaModFix amt="19000"/>
          </a:blip>
          <a:stretch/>
        </p:blipFill>
        <p:spPr>
          <a:xfrm>
            <a:off x="3562200" y="0"/>
            <a:ext cx="12950280" cy="539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Bildobjekt 7" descr=""/>
          <p:cNvPicPr/>
          <p:nvPr/>
        </p:nvPicPr>
        <p:blipFill>
          <a:blip r:embed="rId3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Rak 11"/>
          <p:cNvSpPr/>
          <p:nvPr/>
        </p:nvSpPr>
        <p:spPr>
          <a:xfrm>
            <a:off x="685440" y="1014120"/>
            <a:ext cx="701280" cy="360"/>
          </a:xfrm>
          <a:prstGeom prst="line">
            <a:avLst/>
          </a:prstGeom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Bildobjekt 12" descr=""/>
          <p:cNvPicPr/>
          <p:nvPr/>
        </p:nvPicPr>
        <p:blipFill>
          <a:blip r:embed="rId2">
            <a:grayscl/>
            <a:alphaModFix amt="19000"/>
          </a:blip>
          <a:stretch/>
        </p:blipFill>
        <p:spPr>
          <a:xfrm>
            <a:off x="3562200" y="0"/>
            <a:ext cx="12950280" cy="539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Bildobjekt 7" descr=""/>
          <p:cNvPicPr/>
          <p:nvPr/>
        </p:nvPicPr>
        <p:blipFill>
          <a:blip r:embed="rId3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Rak 11"/>
          <p:cNvSpPr/>
          <p:nvPr/>
        </p:nvSpPr>
        <p:spPr>
          <a:xfrm>
            <a:off x="685440" y="1014120"/>
            <a:ext cx="701280" cy="360"/>
          </a:xfrm>
          <a:prstGeom prst="line">
            <a:avLst/>
          </a:prstGeom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Bildobjekt 12" descr=""/>
          <p:cNvPicPr/>
          <p:nvPr/>
        </p:nvPicPr>
        <p:blipFill>
          <a:blip r:embed="rId2">
            <a:grayscl/>
            <a:alphaModFix amt="19000"/>
          </a:blip>
          <a:stretch/>
        </p:blipFill>
        <p:spPr>
          <a:xfrm>
            <a:off x="3562200" y="0"/>
            <a:ext cx="12950280" cy="539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Bildobjekt 7" descr=""/>
          <p:cNvPicPr/>
          <p:nvPr/>
        </p:nvPicPr>
        <p:blipFill>
          <a:blip r:embed="rId3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Rak 11"/>
          <p:cNvSpPr/>
          <p:nvPr/>
        </p:nvSpPr>
        <p:spPr>
          <a:xfrm>
            <a:off x="685440" y="1014120"/>
            <a:ext cx="701280" cy="360"/>
          </a:xfrm>
          <a:prstGeom prst="line">
            <a:avLst/>
          </a:prstGeom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Bildobjekt 12" descr=""/>
          <p:cNvPicPr/>
          <p:nvPr/>
        </p:nvPicPr>
        <p:blipFill>
          <a:blip r:embed="rId2">
            <a:grayscl/>
            <a:alphaModFix amt="19000"/>
          </a:blip>
          <a:stretch/>
        </p:blipFill>
        <p:spPr>
          <a:xfrm>
            <a:off x="3562200" y="0"/>
            <a:ext cx="12950280" cy="539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" name="Bildobjekt 7" descr=""/>
          <p:cNvPicPr/>
          <p:nvPr/>
        </p:nvPicPr>
        <p:blipFill>
          <a:blip r:embed="rId3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Rak 11"/>
          <p:cNvSpPr/>
          <p:nvPr/>
        </p:nvSpPr>
        <p:spPr>
          <a:xfrm>
            <a:off x="685440" y="1014120"/>
            <a:ext cx="701280" cy="360"/>
          </a:xfrm>
          <a:prstGeom prst="line">
            <a:avLst/>
          </a:prstGeom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Bildobjekt 12" descr=""/>
          <p:cNvPicPr/>
          <p:nvPr/>
        </p:nvPicPr>
        <p:blipFill>
          <a:blip r:embed="rId2">
            <a:grayscl/>
            <a:alphaModFix amt="19000"/>
          </a:blip>
          <a:stretch/>
        </p:blipFill>
        <p:spPr>
          <a:xfrm>
            <a:off x="3562200" y="0"/>
            <a:ext cx="12950280" cy="539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Bildobjekt 7" descr=""/>
          <p:cNvPicPr/>
          <p:nvPr/>
        </p:nvPicPr>
        <p:blipFill>
          <a:blip r:embed="rId3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Rak 11"/>
          <p:cNvSpPr/>
          <p:nvPr/>
        </p:nvSpPr>
        <p:spPr>
          <a:xfrm>
            <a:off x="685440" y="1014120"/>
            <a:ext cx="701280" cy="360"/>
          </a:xfrm>
          <a:prstGeom prst="line">
            <a:avLst/>
          </a:prstGeom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it-IT" sz="44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2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2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24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20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Bildobjekt 12" descr=""/>
          <p:cNvPicPr/>
          <p:nvPr/>
        </p:nvPicPr>
        <p:blipFill>
          <a:blip r:embed="rId2">
            <a:grayscl/>
            <a:alphaModFix amt="19000"/>
          </a:blip>
          <a:stretch/>
        </p:blipFill>
        <p:spPr>
          <a:xfrm>
            <a:off x="3562200" y="0"/>
            <a:ext cx="12950280" cy="539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Bildobjekt 7" descr=""/>
          <p:cNvPicPr/>
          <p:nvPr/>
        </p:nvPicPr>
        <p:blipFill>
          <a:blip r:embed="rId3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Rak 11"/>
          <p:cNvSpPr/>
          <p:nvPr/>
        </p:nvSpPr>
        <p:spPr>
          <a:xfrm>
            <a:off x="685440" y="1014120"/>
            <a:ext cx="701280" cy="360"/>
          </a:xfrm>
          <a:prstGeom prst="line">
            <a:avLst/>
          </a:prstGeom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Bildobjekt 12" descr=""/>
          <p:cNvPicPr/>
          <p:nvPr/>
        </p:nvPicPr>
        <p:blipFill>
          <a:blip r:embed="rId2">
            <a:grayscl/>
            <a:alphaModFix amt="19000"/>
          </a:blip>
          <a:stretch/>
        </p:blipFill>
        <p:spPr>
          <a:xfrm>
            <a:off x="3562200" y="0"/>
            <a:ext cx="12950280" cy="539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Bildobjekt 7" descr=""/>
          <p:cNvPicPr/>
          <p:nvPr/>
        </p:nvPicPr>
        <p:blipFill>
          <a:blip r:embed="rId3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Rak 11"/>
          <p:cNvSpPr/>
          <p:nvPr/>
        </p:nvSpPr>
        <p:spPr>
          <a:xfrm>
            <a:off x="685440" y="1014120"/>
            <a:ext cx="701280" cy="360"/>
          </a:xfrm>
          <a:prstGeom prst="line">
            <a:avLst/>
          </a:prstGeom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Bildobjekt 12" descr=""/>
          <p:cNvPicPr/>
          <p:nvPr/>
        </p:nvPicPr>
        <p:blipFill>
          <a:blip r:embed="rId2">
            <a:grayscl/>
            <a:alphaModFix amt="19000"/>
          </a:blip>
          <a:stretch/>
        </p:blipFill>
        <p:spPr>
          <a:xfrm>
            <a:off x="3562200" y="0"/>
            <a:ext cx="12950280" cy="539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Bildobjekt 7" descr=""/>
          <p:cNvPicPr/>
          <p:nvPr/>
        </p:nvPicPr>
        <p:blipFill>
          <a:blip r:embed="rId3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Rak 11"/>
          <p:cNvSpPr/>
          <p:nvPr/>
        </p:nvSpPr>
        <p:spPr>
          <a:xfrm>
            <a:off x="685440" y="1014120"/>
            <a:ext cx="701280" cy="360"/>
          </a:xfrm>
          <a:prstGeom prst="line">
            <a:avLst/>
          </a:prstGeom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Bildobjekt 12" descr=""/>
          <p:cNvPicPr/>
          <p:nvPr/>
        </p:nvPicPr>
        <p:blipFill>
          <a:blip r:embed="rId2">
            <a:grayscl/>
            <a:alphaModFix amt="19000"/>
          </a:blip>
          <a:stretch/>
        </p:blipFill>
        <p:spPr>
          <a:xfrm>
            <a:off x="3562200" y="0"/>
            <a:ext cx="12950280" cy="539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Bildobjekt 7" descr=""/>
          <p:cNvPicPr/>
          <p:nvPr/>
        </p:nvPicPr>
        <p:blipFill>
          <a:blip r:embed="rId3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Rak 11"/>
          <p:cNvSpPr/>
          <p:nvPr/>
        </p:nvSpPr>
        <p:spPr>
          <a:xfrm>
            <a:off x="685440" y="1014120"/>
            <a:ext cx="701280" cy="360"/>
          </a:xfrm>
          <a:prstGeom prst="line">
            <a:avLst/>
          </a:prstGeom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ffffff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Bildobjekt 12" descr=""/>
          <p:cNvPicPr/>
          <p:nvPr/>
        </p:nvPicPr>
        <p:blipFill>
          <a:blip r:embed="rId2">
            <a:grayscl/>
            <a:alphaModFix amt="19000"/>
          </a:blip>
          <a:stretch/>
        </p:blipFill>
        <p:spPr>
          <a:xfrm>
            <a:off x="3562200" y="0"/>
            <a:ext cx="12950280" cy="539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Bildobjekt 7" descr=""/>
          <p:cNvPicPr/>
          <p:nvPr/>
        </p:nvPicPr>
        <p:blipFill>
          <a:blip r:embed="rId3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Rak 11"/>
          <p:cNvSpPr/>
          <p:nvPr/>
        </p:nvSpPr>
        <p:spPr>
          <a:xfrm>
            <a:off x="685440" y="1014120"/>
            <a:ext cx="701280" cy="360"/>
          </a:xfrm>
          <a:prstGeom prst="line">
            <a:avLst/>
          </a:prstGeom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9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0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1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2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" name="PlaceHolder 5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3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3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it-IT" sz="44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4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4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it-IT" sz="44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3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5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3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5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3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6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3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7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7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3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7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3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8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3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9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3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9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3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20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3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21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3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22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0" name="PlaceHolder 5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3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23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3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24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3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25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3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26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3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26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3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27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3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28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3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29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3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30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33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3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33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3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33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1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2" name="PlaceHolder 5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3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34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3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35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1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3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36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1" name="PlaceHolder 4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3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37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1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3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38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1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2" name="PlaceHolder 5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3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39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3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40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3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40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</a:t>
            </a: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clic </a:t>
            </a: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per </a:t>
            </a: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modif</a:t>
            </a: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icare </a:t>
            </a: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il </a:t>
            </a: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forma</a:t>
            </a: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to del </a:t>
            </a: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testo </a:t>
            </a: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del </a:t>
            </a: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9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3"/>
  </p:sldLayoutIdLst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41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9" name="PlaceHolder 4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3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42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9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3"/>
  </p:sldLayoutIdLst>
</p:sldMaster>
</file>

<file path=ppt/slideMasters/slideMaster5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43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3"/>
  </p:sldLayoutIdLst>
</p:sldMaster>
</file>

<file path=ppt/slideMasters/slideMaster5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44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3"/>
  </p:sldLayoutIdLst>
</p:sldMaster>
</file>

<file path=ppt/slideMasters/slideMaster5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44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1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3"/>
  </p:sldLayoutIdLst>
</p:sldMaster>
</file>

<file path=ppt/slideMasters/slideMaster5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45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1" name="PlaceHolder 4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3"/>
  </p:sldLayoutIdLst>
</p:sldMaster>
</file>

<file path=ppt/slideMasters/slideMaster5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46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1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3"/>
  </p:sldLayoutIdLst>
</p:sldMaster>
</file>

<file path=ppt/slideMasters/slideMaster6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47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3"/>
  </p:sldLayoutIdLst>
</p:sldMaster>
</file>

<file path=ppt/slideMasters/slideMaster6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48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9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0" name="PlaceHolder 5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3"/>
  </p:sldLayoutIdLst>
</p:sldMaster>
</file>

<file path=ppt/slideMasters/slideMaster6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49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3"/>
  </p:sldLayoutIdLst>
</p:sldMaster>
</file>

<file path=ppt/slideMasters/slideMaster6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49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2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3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3"/>
  </p:sldLayoutIdLst>
</p:sldMaster>
</file>

<file path=ppt/slideMasters/slideMaster6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50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2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3" name="PlaceHolder 4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3"/>
  </p:sldLayoutIdLst>
</p:sldMaster>
</file>

<file path=ppt/slideMasters/slideMaster6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51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3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5" r:id="rId3"/>
  </p:sldLayoutIdLst>
</p:sldMaster>
</file>

<file path=ppt/slideMasters/slideMaster6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52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7" r:id="rId3"/>
  </p:sldLayoutIdLst>
</p:sldMaster>
</file>

<file path=ppt/slideMasters/slideMaster6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53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0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1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2" name="PlaceHolder 5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3"/>
  </p:sldLayoutIdLst>
</p:sldMaster>
</file>

<file path=ppt/slideMasters/slideMaster6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54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3"/>
  </p:sldLayoutIdLst>
</p:sldMaster>
</file>

<file path=ppt/slideMasters/slideMaster6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55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3"/>
  </p:sldLayoutIdLst>
</p:sldMaster>
</file>

<file path=ppt/slideMasters/slideMaster7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55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5" r:id="rId3"/>
  </p:sldLayoutIdLst>
</p:sldMaster>
</file>

<file path=ppt/slideMasters/slideMaster7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55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3"/>
  </p:sldLayoutIdLst>
</p:sldMaster>
</file>

<file path=ppt/slideMasters/slideMaster7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56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5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6" name="PlaceHolder 5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3"/>
  </p:sldLayoutIdLst>
</p:sldMaster>
</file>

<file path=ppt/slideMasters/slideMaster7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57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7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3"/>
  </p:sldLayoutIdLst>
</p:sldMaster>
</file>

<file path=ppt/slideMasters/slideMaster7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58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7" name="PlaceHolder 4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3"/>
  </p:sldLayoutIdLst>
</p:sldMaster>
</file>

<file path=ppt/slideMasters/slideMaster7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59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7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3"/>
  </p:sldLayoutIdLst>
</p:sldMaster>
</file>

<file path=ppt/slideMasters/slideMaster7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60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7" r:id="rId3"/>
  </p:sldLayoutIdLst>
</p:sldMaster>
</file>

<file path=ppt/slideMasters/slideMaster7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61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5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6" name="PlaceHolder 5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3"/>
  </p:sldLayoutIdLst>
</p:sldMaster>
</file>

<file path=ppt/slideMasters/slideMaster7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62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3"/>
  </p:sldLayoutIdLst>
</p:sldMaster>
</file>

<file path=ppt/slideMasters/slideMaster7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63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5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3" r:id="rId3"/>
  </p:sldLayoutIdLst>
</p:sldMaster>
</file>

<file path=ppt/slideMasters/slideMaster8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64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5" r:id="rId3"/>
  </p:sldLayoutIdLst>
</p:sldMaster>
</file>

<file path=ppt/slideMasters/slideMaster8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64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9" name="PlaceHolder 4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3"/>
  </p:sldLayoutIdLst>
</p:sldMaster>
</file>

<file path=ppt/slideMasters/slideMaster8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65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9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9" r:id="rId3"/>
  </p:sldLayoutIdLst>
</p:sldMaster>
</file>

<file path=ppt/slideMasters/slideMaster8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66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1" r:id="rId3"/>
  </p:sldLayoutIdLst>
</p:sldMaster>
</file>

<file path=ppt/slideMasters/slideMaster8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66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0" name="PlaceHolder 3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3"/>
  </p:sldLayoutIdLst>
</p:sldMaster>
</file>

<file path=ppt/slideMasters/slideMaster8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67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5" r:id="rId3"/>
  </p:sldLayoutIdLst>
</p:sldMaster>
</file>

<file path=ppt/slideMasters/slideMaster8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67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7" r:id="rId3"/>
  </p:sldLayoutIdLst>
</p:sldMaster>
</file>

<file path=ppt/slideMasters/slideMaster8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68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5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6" name="PlaceHolder 5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3"/>
  </p:sldLayoutIdLst>
</p:sldMaster>
</file>

<file path=ppt/slideMasters/slideMaster8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69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3"/>
  </p:sldLayoutIdLst>
</p:sldMaster>
</file>

<file path=ppt/slideMasters/slideMaster8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70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5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3" r:id="rId3"/>
  </p:sldLayoutIdLst>
</p:sldMaster>
</file>

<file path=ppt/slideMasters/slideMaster9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71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5" name="PlaceHolder 4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5" r:id="rId3"/>
  </p:sldLayoutIdLst>
</p:sldMaster>
</file>

<file path=ppt/slideMasters/slideMaster9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72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5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7" r:id="rId3"/>
  </p:sldLayoutIdLst>
</p:sldMaster>
</file>

<file path=ppt/slideMasters/slideMaster9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73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3"/>
  </p:sldLayoutIdLst>
</p:sldMaster>
</file>

<file path=ppt/slideMasters/slideMaster9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73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3"/>
  </p:sldLayoutIdLst>
</p:sldMaster>
</file>

<file path=ppt/slideMasters/slideMaster9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73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0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1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2" name="PlaceHolder 5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3" r:id="rId3"/>
  </p:sldLayoutIdLst>
</p:sldMaster>
</file>

<file path=ppt/slideMasters/slideMaster9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74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2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5" r:id="rId3"/>
  </p:sldLayoutIdLst>
</p:sldMaster>
</file>

<file path=ppt/slideMasters/slideMaster9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75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0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1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7" r:id="rId3"/>
  </p:sldLayoutIdLst>
</p:sldMaster>
</file>

<file path=ppt/slideMasters/slideMaster9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76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0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1" name="PlaceHolder 4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9" r:id="rId3"/>
  </p:sldLayoutIdLst>
</p:sldMaster>
</file>

<file path=ppt/slideMasters/slideMaster9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77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0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1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1" r:id="rId3"/>
  </p:sldLayoutIdLst>
</p:sldMaster>
</file>

<file path=ppt/slideMasters/slideMaster9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78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3"/>
  </p:sldLayoutIdLst>
</p:sldMaster>
</file>

<file path=ppt/slideMasters/slideMaster10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79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3"/>
  </p:sldLayoutIdLst>
</p:sldMaster>
</file>

<file path=ppt/slideMasters/slideMaster10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79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7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8" name="PlaceHolder 5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7" r:id="rId3"/>
  </p:sldLayoutIdLst>
</p:sldMaster>
</file>

<file path=ppt/slideMasters/slideMaster10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80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9" r:id="rId3"/>
  </p:sldLayoutIdLst>
</p:sldMaster>
</file>

<file path=ppt/slideMasters/slideMaster10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81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7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1" r:id="rId3"/>
  </p:sldLayoutIdLst>
</p:sldMaster>
</file>

<file path=ppt/slideMasters/slideMaster10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82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7" name="PlaceHolder 4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3" r:id="rId3"/>
  </p:sldLayoutIdLst>
</p:sldMaster>
</file>

<file path=ppt/slideMasters/slideMaster10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83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7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3"/>
  </p:sldLayoutIdLst>
</p:sldMaster>
</file>

<file path=ppt/slideMasters/slideMaster10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84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7" r:id="rId3"/>
  </p:sldLayoutIdLst>
</p:sldMaster>
</file>

<file path=ppt/slideMasters/slideMaster10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84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9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3"/>
  </p:sldLayoutIdLst>
</p:sldMaster>
</file>

<file path=ppt/slideMasters/slideMaster10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85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9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0" name="PlaceHolder 5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1" r:id="rId3"/>
  </p:sldLayoutIdLst>
</p:sldMaster>
</file>

<file path=ppt/slideMasters/slideMaster10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86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0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1" name="PlaceHolder 4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3" r:id="rId3"/>
  </p:sldLayoutIdLst>
</p:sldMaster>
</file>

<file path=ppt/slideMasters/slideMaster1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87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5" r:id="rId3"/>
  </p:sldLayoutIdLst>
</p:sldMaster>
</file>

<file path=ppt/slideMasters/slideMaster1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88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5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3"/>
  </p:sldLayoutIdLst>
</p:sldMaster>
</file>

<file path=ppt/slideMasters/slideMaster1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89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9" r:id="rId3"/>
  </p:sldLayoutIdLst>
</p:sldMaster>
</file>

<file path=ppt/slideMasters/slideMaster1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89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2" name="PlaceHolder 3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1" r:id="rId3"/>
  </p:sldLayoutIdLst>
</p:sldMaster>
</file>

<file path=ppt/slideMasters/slideMaster1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90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3" r:id="rId3"/>
  </p:sldLayoutIdLst>
</p:sldMaster>
</file>

<file path=ppt/slideMasters/slideMaster1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91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4" name="PlaceHolder 3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5" r:id="rId3"/>
  </p:sldLayoutIdLst>
</p:sldMaster>
</file>

<file path=ppt/slideMasters/slideMaster1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91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3"/>
  </p:sldLayoutIdLst>
</p:sldMaster>
</file>

<file path=ppt/slideMasters/slideMaster1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92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3"/>
  </p:sldLayoutIdLst>
</p:sldMaster>
</file>

<file path=ppt/slideMasters/slideMaster1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93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7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1" r:id="rId3"/>
  </p:sldLayoutIdLst>
</p:sldMaster>
</file>

<file path=ppt/slideMasters/slideMaster1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94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7" name="PlaceHolder 4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3" r:id="rId3"/>
  </p:sldLayoutIdLst>
</p:sldMaster>
</file>

<file path=ppt/slideMasters/slideMaster1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95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7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5" r:id="rId3"/>
  </p:sldLayoutIdLst>
</p:sldMaster>
</file>

<file path=ppt/slideMasters/slideMaster1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96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7" r:id="rId3"/>
  </p:sldLayoutIdLst>
</p:sldMaster>
</file>

<file path=ppt/slideMasters/slideMaster1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96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0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1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2" name="PlaceHolder 5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9" r:id="rId3"/>
  </p:sldLayoutIdLst>
</p:sldMaster>
</file>

<file path=ppt/slideMasters/slideMaster1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97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3"/>
  </p:sldLayoutIdLst>
</p:sldMaster>
</file>

<file path=ppt/slideMasters/slideMaster1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98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8" name="PlaceHolder 3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3" r:id="rId3"/>
  </p:sldLayoutIdLst>
</p:sldMaster>
</file>

<file path=ppt/slideMasters/slideMaster1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99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5" r:id="rId3"/>
  </p:sldLayoutIdLst>
</p:sldMaster>
</file>

<file path=ppt/slideMasters/slideMaster1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00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5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3"/>
  </p:sldLayoutIdLst>
</p:sldMaster>
</file>

<file path=ppt/slideMasters/slideMaster1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01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5" name="PlaceHolder 4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3"/>
  </p:sldLayoutIdLst>
</p:sldMaster>
</file>

<file path=ppt/slideMasters/slideMaster1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02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5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1" r:id="rId3"/>
  </p:sldLayoutIdLst>
</p:sldMaster>
</file>

<file path=ppt/slideMasters/slideMaster1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03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5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6" name="PlaceHolder 5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3"/>
  </p:sldLayoutIdLst>
</p:sldMaster>
</file>

<file path=ppt/slideMasters/slideMaster1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04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6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3"/>
  </p:sldLayoutIdLst>
</p:sldMaster>
</file>

<file path=ppt/slideMasters/slideMaster1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05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5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7" r:id="rId3"/>
  </p:sldLayoutIdLst>
</p:sldMaster>
</file>

<file path=ppt/slideMasters/slideMaster1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06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9" r:id="rId3"/>
  </p:sldLayoutIdLst>
</p:sldMaster>
</file>

<file path=ppt/slideMasters/slideMaster1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06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9" name="PlaceHolder 4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1" r:id="rId3"/>
  </p:sldLayoutIdLst>
</p:sldMaster>
</file>

<file path=ppt/slideMasters/slideMaster1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07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3" r:id="rId3"/>
  </p:sldLayoutIdLst>
</p:sldMaster>
</file>

<file path=ppt/slideMasters/slideMaster1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08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5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3"/>
  </p:sldLayoutIdLst>
</p:sldMaster>
</file>

<file path=ppt/slideMasters/slideMaster1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09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5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6" name="PlaceHolder 5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7" r:id="rId3"/>
  </p:sldLayoutIdLst>
</p:sldMaster>
</file>

<file path=ppt/slideMasters/slideMaster1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103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9" r:id="rId3"/>
  </p:sldLayoutIdLst>
</p:sldMaster>
</file>

<file path=ppt/slideMasters/slideMaster1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109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2" name="PlaceHolder 3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1" r:id="rId3"/>
  </p:sldLayoutIdLst>
</p:sldMaster>
</file>

<file path=ppt/slideMasters/slideMaster1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11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0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1" name="PlaceHolder 4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3" r:id="rId3"/>
  </p:sldLayoutIdLst>
</p:sldMaster>
</file>

<file path=ppt/slideMasters/slideMaster1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12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5" r:id="rId3"/>
  </p:sldLayoutIdLst>
</p:sldMaster>
</file>

<file path=ppt/slideMasters/slideMaster1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13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4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5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3"/>
  </p:sldLayoutIdLst>
</p:sldMaster>
</file>

<file path=ppt/slideMasters/slideMaster1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141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3"/>
  </p:sldLayoutIdLst>
</p:sldMaster>
</file>

<file path=ppt/slideMasters/slideMaster1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14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8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9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0" name="PlaceHolder 5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1" r:id="rId3"/>
  </p:sldLayoutIdLst>
</p:sldMaster>
</file>

<file path=ppt/slideMasters/slideMaster1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15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0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1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3" r:id="rId3"/>
  </p:sldLayoutIdLst>
</p:sldMaster>
</file>

<file path=ppt/slideMasters/slideMaster1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16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0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1" name="PlaceHolder 4"/>
          <p:cNvSpPr>
            <a:spLocks noGrp="1"/>
          </p:cNvSpPr>
          <p:nvPr>
            <p:ph type="body"/>
          </p:nvPr>
        </p:nvSpPr>
        <p:spPr>
          <a:xfrm>
            <a:off x="6230520" y="368028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5" r:id="rId3"/>
  </p:sldLayoutIdLst>
</p:sldMaster>
</file>

<file path=ppt/slideMasters/slideMaster1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17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0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1" name="PlaceHolder 4"/>
          <p:cNvSpPr>
            <a:spLocks noGrp="1"/>
          </p:cNvSpPr>
          <p:nvPr>
            <p:ph type="body"/>
          </p:nvPr>
        </p:nvSpPr>
        <p:spPr>
          <a:xfrm>
            <a:off x="609480" y="3680280"/>
            <a:ext cx="10968840" cy="189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7" r:id="rId3"/>
  </p:sldLayoutIdLst>
</p:sldMaster>
</file>

<file path=ppt/slideMasters/slideMaster1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187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0" name="PlaceHolder 3"/>
          <p:cNvSpPr>
            <a:spLocks noGrp="1"/>
          </p:cNvSpPr>
          <p:nvPr>
            <p:ph type="body"/>
          </p:nvPr>
        </p:nvSpPr>
        <p:spPr>
          <a:xfrm>
            <a:off x="6230520" y="1604520"/>
            <a:ext cx="535248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3"/>
  </p:sldLayoutIdLst>
</p:sldMaster>
</file>

<file path=ppt/slideMasters/slideMaster1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Rektangel 1"/>
          <p:cNvSpPr/>
          <p:nvPr/>
        </p:nvSpPr>
        <p:spPr>
          <a:xfrm>
            <a:off x="0" y="6055920"/>
            <a:ext cx="12184200" cy="794160"/>
          </a:xfrm>
          <a:prstGeom prst="rect">
            <a:avLst/>
          </a:prstGeom>
          <a:solidFill>
            <a:srgbClr val="00570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1195" name="Bildobjekt 14" descr=""/>
          <p:cNvPicPr/>
          <p:nvPr/>
        </p:nvPicPr>
        <p:blipFill>
          <a:blip r:embed="rId2">
            <a:biLevel thresh="50000"/>
          </a:blip>
          <a:stretch/>
        </p:blipFill>
        <p:spPr>
          <a:xfrm>
            <a:off x="10782360" y="6242760"/>
            <a:ext cx="1069920" cy="35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 titolo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Fai clic per modificare il formato del testo della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Secondo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Terzo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Quarto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Quinto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Sesto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Settimo livello struttura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8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4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PlaceHolder 1"/>
          <p:cNvSpPr>
            <a:spLocks noGrp="1"/>
          </p:cNvSpPr>
          <p:nvPr>
            <p:ph type="title"/>
          </p:nvPr>
        </p:nvSpPr>
        <p:spPr>
          <a:xfrm>
            <a:off x="608400" y="2185200"/>
            <a:ext cx="9648720" cy="218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sv-SE" sz="4800" strike="noStrike" u="none">
                <a:solidFill>
                  <a:srgbClr val="ffffff"/>
                </a:solidFill>
                <a:uFillTx/>
                <a:latin typeface="Maven Pro Medium"/>
              </a:rPr>
              <a:t>MAXIV Py-ISPyB &amp; SciCat</a:t>
            </a:r>
            <a:endParaRPr b="0" lang="it-IT" sz="4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01" name="PlaceHolder 2"/>
          <p:cNvSpPr>
            <a:spLocks noGrp="1"/>
          </p:cNvSpPr>
          <p:nvPr>
            <p:ph/>
          </p:nvPr>
        </p:nvSpPr>
        <p:spPr>
          <a:xfrm>
            <a:off x="608400" y="608400"/>
            <a:ext cx="3941640" cy="36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sv-SE" sz="1200" spc="82" strike="noStrike" u="none" cap="all">
                <a:solidFill>
                  <a:srgbClr val="ffffff"/>
                </a:solidFill>
                <a:uFillTx/>
                <a:latin typeface="Open Sans Light"/>
                <a:ea typeface="Open Sans Light"/>
              </a:rPr>
              <a:t>ISPyB meeting</a:t>
            </a:r>
            <a:endParaRPr b="0" lang="it-IT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02" name="PlaceHolder 3"/>
          <p:cNvSpPr>
            <a:spLocks noGrp="1"/>
          </p:cNvSpPr>
          <p:nvPr>
            <p:ph/>
          </p:nvPr>
        </p:nvSpPr>
        <p:spPr>
          <a:xfrm>
            <a:off x="608040" y="4395600"/>
            <a:ext cx="9175680" cy="33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sv-SE" sz="1600" spc="14" strike="noStrike" u="none">
                <a:solidFill>
                  <a:srgbClr val="ffffff"/>
                </a:solidFill>
                <a:uFillTx/>
                <a:latin typeface="Maven Pro Medium"/>
              </a:rPr>
              <a:t>Alberto Nardella</a:t>
            </a:r>
            <a:endParaRPr b="0" lang="it-IT" sz="16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sv-SE" sz="1600" spc="14" strike="noStrike" u="none">
                <a:solidFill>
                  <a:srgbClr val="ffffff"/>
                </a:solidFill>
                <a:uFillTx/>
                <a:latin typeface="Maven Pro Medium"/>
              </a:rPr>
              <a:t>Alberto.Nardella@maxiv.lu.se</a:t>
            </a:r>
            <a:endParaRPr b="0" lang="it-IT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03" name="PlaceHolder 4"/>
          <p:cNvSpPr>
            <a:spLocks noGrp="1"/>
          </p:cNvSpPr>
          <p:nvPr>
            <p:ph/>
          </p:nvPr>
        </p:nvSpPr>
        <p:spPr>
          <a:xfrm>
            <a:off x="305640" y="6374880"/>
            <a:ext cx="5155560" cy="250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sv-SE" sz="1200" spc="82" strike="noStrike" u="none" cap="all">
                <a:solidFill>
                  <a:srgbClr val="ffffff"/>
                </a:solidFill>
                <a:uFillTx/>
                <a:latin typeface="Open Sans Light"/>
                <a:ea typeface="Open Sans Light"/>
              </a:rPr>
              <a:t>HAMBURG MAY 19 2025</a:t>
            </a:r>
            <a:endParaRPr b="0" lang="it-IT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PlaceHolder 1"/>
          <p:cNvSpPr>
            <a:spLocks noGrp="1"/>
          </p:cNvSpPr>
          <p:nvPr>
            <p:ph type="title"/>
          </p:nvPr>
        </p:nvSpPr>
        <p:spPr>
          <a:xfrm>
            <a:off x="0" y="2160"/>
            <a:ext cx="12184200" cy="90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v-SE" sz="4000" strike="noStrike" u="none">
                <a:solidFill>
                  <a:srgbClr val="001427"/>
                </a:solidFill>
                <a:uFillTx/>
                <a:latin typeface="Maven Pro Black"/>
              </a:rPr>
              <a:t>Overview</a:t>
            </a:r>
            <a:endParaRPr b="0" lang="it-IT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05" name="" descr=""/>
          <p:cNvPicPr/>
          <p:nvPr/>
        </p:nvPicPr>
        <p:blipFill>
          <a:blip r:embed="rId1"/>
          <a:stretch/>
        </p:blipFill>
        <p:spPr>
          <a:xfrm>
            <a:off x="5125680" y="1152000"/>
            <a:ext cx="1874520" cy="12578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06" name=""/>
          <p:cNvGrpSpPr/>
          <p:nvPr/>
        </p:nvGrpSpPr>
        <p:grpSpPr>
          <a:xfrm>
            <a:off x="1616040" y="3192120"/>
            <a:ext cx="8893800" cy="2457720"/>
            <a:chOff x="1616040" y="3192120"/>
            <a:chExt cx="8893800" cy="2457720"/>
          </a:xfrm>
        </p:grpSpPr>
        <p:pic>
          <p:nvPicPr>
            <p:cNvPr id="1207" name="" descr=""/>
            <p:cNvPicPr/>
            <p:nvPr/>
          </p:nvPicPr>
          <p:blipFill>
            <a:blip r:embed="rId2"/>
            <a:stretch/>
          </p:blipFill>
          <p:spPr>
            <a:xfrm>
              <a:off x="8622000" y="3192120"/>
              <a:ext cx="1257840" cy="11977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08" name="" descr=""/>
            <p:cNvPicPr/>
            <p:nvPr/>
          </p:nvPicPr>
          <p:blipFill>
            <a:blip r:embed="rId3"/>
            <a:stretch/>
          </p:blipFill>
          <p:spPr>
            <a:xfrm>
              <a:off x="1616040" y="3297960"/>
              <a:ext cx="2737800" cy="986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09" name="" descr=""/>
            <p:cNvPicPr/>
            <p:nvPr/>
          </p:nvPicPr>
          <p:blipFill>
            <a:blip r:embed="rId4"/>
            <a:stretch/>
          </p:blipFill>
          <p:spPr>
            <a:xfrm>
              <a:off x="2046600" y="4685760"/>
              <a:ext cx="1876320" cy="964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10" name="" descr=""/>
            <p:cNvPicPr/>
            <p:nvPr/>
          </p:nvPicPr>
          <p:blipFill>
            <a:blip r:embed="rId5"/>
            <a:stretch/>
          </p:blipFill>
          <p:spPr>
            <a:xfrm>
              <a:off x="7992000" y="4831560"/>
              <a:ext cx="2517840" cy="672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211" name=""/>
          <p:cNvSpPr/>
          <p:nvPr/>
        </p:nvSpPr>
        <p:spPr>
          <a:xfrm>
            <a:off x="1260000" y="2772000"/>
            <a:ext cx="3778200" cy="3058200"/>
          </a:xfrm>
          <a:prstGeom prst="rect">
            <a:avLst/>
          </a:prstGeom>
          <a:solidFill>
            <a:srgbClr val="158466">
              <a:alpha val="6000"/>
            </a:srgbClr>
          </a:solidFill>
          <a:ln w="0">
            <a:solidFill>
              <a:srgbClr val="158466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it-IT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1212" name=""/>
          <p:cNvSpPr/>
          <p:nvPr/>
        </p:nvSpPr>
        <p:spPr>
          <a:xfrm>
            <a:off x="7164000" y="2772000"/>
            <a:ext cx="3778200" cy="3058200"/>
          </a:xfrm>
          <a:prstGeom prst="rect">
            <a:avLst/>
          </a:prstGeom>
          <a:solidFill>
            <a:srgbClr val="158466">
              <a:alpha val="6000"/>
            </a:srgbClr>
          </a:solidFill>
          <a:ln w="0">
            <a:solidFill>
              <a:srgbClr val="158466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it-IT" sz="1800" strike="noStrike" u="non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PlaceHolder 1"/>
          <p:cNvSpPr>
            <a:spLocks noGrp="1"/>
          </p:cNvSpPr>
          <p:nvPr>
            <p:ph type="title"/>
          </p:nvPr>
        </p:nvSpPr>
        <p:spPr>
          <a:xfrm>
            <a:off x="10053360" y="273600"/>
            <a:ext cx="1525320" cy="529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 vert="eaVer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v-SE" sz="4000" strike="noStrike" u="none">
                <a:solidFill>
                  <a:srgbClr val="001427"/>
                </a:solidFill>
                <a:uFillTx/>
                <a:latin typeface="Maven Pro Black"/>
              </a:rPr>
              <a:t>SciCat Proposal</a:t>
            </a:r>
            <a:endParaRPr b="0" lang="it-IT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14" name="" descr=""/>
          <p:cNvPicPr/>
          <p:nvPr/>
        </p:nvPicPr>
        <p:blipFill>
          <a:blip r:embed="rId1"/>
          <a:stretch/>
        </p:blipFill>
        <p:spPr>
          <a:xfrm>
            <a:off x="428760" y="93600"/>
            <a:ext cx="3119760" cy="591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5" name="PlaceHolder 2"/>
          <p:cNvSpPr>
            <a:spLocks noGrp="1"/>
          </p:cNvSpPr>
          <p:nvPr>
            <p:ph type="subTitle"/>
          </p:nvPr>
        </p:nvSpPr>
        <p:spPr>
          <a:xfrm>
            <a:off x="3780000" y="335880"/>
            <a:ext cx="6298920" cy="546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uFillTx/>
                <a:latin typeface="Arial"/>
              </a:rPr>
              <a:t>Use the SciCat Proposal object as it is</a:t>
            </a:r>
            <a:endParaRPr b="0" lang="it-IT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uFillTx/>
                <a:latin typeface="Arial"/>
              </a:rPr>
              <a:t>Use the metadata to store all the ISPyB info needed</a:t>
            </a:r>
            <a:endParaRPr b="0" lang="it-IT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uFillTx/>
                <a:latin typeface="Arial"/>
              </a:rPr>
              <a:t>Use the same object to store both Proposal and BLSession</a:t>
            </a:r>
            <a:endParaRPr b="0" lang="it-IT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uFillTx/>
                <a:latin typeface="Arial"/>
              </a:rPr>
              <a:t>Do not store personal information (address, phone, ...)</a:t>
            </a:r>
            <a:endParaRPr b="0" lang="it-IT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v-SE" sz="4000" strike="noStrike" u="none">
                <a:solidFill>
                  <a:srgbClr val="001427"/>
                </a:solidFill>
                <a:uFillTx/>
                <a:latin typeface="Maven Pro Black"/>
              </a:rPr>
              <a:t>Py-ISPyB Proposal – SciCat Proposal</a:t>
            </a:r>
            <a:endParaRPr b="0" lang="it-IT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7" name="PlaceHolder 2"/>
          <p:cNvSpPr>
            <a:spLocks noGrp="1"/>
          </p:cNvSpPr>
          <p:nvPr>
            <p:ph/>
          </p:nvPr>
        </p:nvSpPr>
        <p:spPr>
          <a:xfrm>
            <a:off x="6441480" y="1604520"/>
            <a:ext cx="535176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Type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i="1" lang="it-IT" sz="1800" strike="noStrike" u="none">
                <a:solidFill>
                  <a:srgbClr val="000000"/>
                </a:solidFill>
                <a:uFillTx/>
                <a:latin typeface="Arial"/>
              </a:rPr>
              <a:t>MX Proposal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i="1" lang="it-IT" sz="1800" strike="noStrike" u="none">
                <a:solidFill>
                  <a:srgbClr val="000000"/>
                </a:solidFill>
                <a:uFillTx/>
                <a:latin typeface="Arial"/>
              </a:rPr>
              <a:t>Proprietary MX Proposal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Metadata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it-IT" sz="1800" strike="noStrike" u="none">
                <a:solidFill>
                  <a:srgbClr val="000000"/>
                </a:solidFill>
                <a:uFillTx/>
                <a:latin typeface="Arial"/>
              </a:rPr>
              <a:t>proposalCode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it-IT" sz="1800" strike="noStrike" u="none">
                <a:solidFill>
                  <a:srgbClr val="000000"/>
                </a:solidFill>
                <a:uFillTx/>
                <a:latin typeface="Arial"/>
              </a:rPr>
              <a:t>proposalNumber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it-IT" sz="1800" strike="noStrike" u="none">
                <a:solidFill>
                  <a:srgbClr val="000000"/>
                </a:solidFill>
                <a:uFillTx/>
                <a:latin typeface="Arial"/>
              </a:rPr>
              <a:t>proposalType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it-IT" sz="1800" strike="noStrike" u="none">
                <a:solidFill>
                  <a:srgbClr val="000000"/>
                </a:solidFill>
                <a:uFillTx/>
                <a:latin typeface="Arial"/>
              </a:rPr>
              <a:t>externalId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it-IT" sz="1800" strike="noStrike" u="none">
                <a:solidFill>
                  <a:srgbClr val="000000"/>
                </a:solidFill>
                <a:uFillTx/>
                <a:latin typeface="Arial"/>
              </a:rPr>
              <a:t>state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sessions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18" name="" descr=""/>
          <p:cNvPicPr/>
          <p:nvPr/>
        </p:nvPicPr>
        <p:blipFill>
          <a:blip r:embed="rId1"/>
          <a:stretch/>
        </p:blipFill>
        <p:spPr>
          <a:xfrm>
            <a:off x="216000" y="1620000"/>
            <a:ext cx="6157800" cy="2815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PlaceHolder 1"/>
          <p:cNvSpPr>
            <a:spLocks noGrp="1"/>
          </p:cNvSpPr>
          <p:nvPr>
            <p:ph type="title"/>
          </p:nvPr>
        </p:nvSpPr>
        <p:spPr>
          <a:xfrm>
            <a:off x="0" y="2160"/>
            <a:ext cx="12184200" cy="90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v-SE" sz="4000" strike="noStrike" u="none">
                <a:solidFill>
                  <a:srgbClr val="001427"/>
                </a:solidFill>
                <a:uFillTx/>
                <a:latin typeface="Maven Pro Black"/>
              </a:rPr>
              <a:t>Proposals List</a:t>
            </a:r>
            <a:endParaRPr b="0" lang="it-IT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20" name="" descr=""/>
          <p:cNvPicPr/>
          <p:nvPr/>
        </p:nvPicPr>
        <p:blipFill>
          <a:blip r:embed="rId1"/>
          <a:stretch/>
        </p:blipFill>
        <p:spPr>
          <a:xfrm>
            <a:off x="320760" y="1724400"/>
            <a:ext cx="11557080" cy="2470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v-SE" sz="4000" strike="noStrike" u="none">
                <a:solidFill>
                  <a:srgbClr val="001427"/>
                </a:solidFill>
                <a:uFillTx/>
                <a:latin typeface="Maven Pro Black"/>
                <a:ea typeface="Noto Sans CJK SC"/>
              </a:rPr>
              <a:t>Py-ISPyB BLSession – SciCat Proposal</a:t>
            </a:r>
            <a:endParaRPr b="0" lang="it-IT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2" name="PlaceHolder 2"/>
          <p:cNvSpPr>
            <a:spLocks noGrp="1"/>
          </p:cNvSpPr>
          <p:nvPr>
            <p:ph/>
          </p:nvPr>
        </p:nvSpPr>
        <p:spPr>
          <a:xfrm>
            <a:off x="6231960" y="1260000"/>
            <a:ext cx="5351760" cy="431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Type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i="1" lang="it-IT" sz="1800" strike="noStrike" u="none">
                <a:solidFill>
                  <a:srgbClr val="000000"/>
                </a:solidFill>
                <a:uFillTx/>
                <a:latin typeface="Arial"/>
              </a:rPr>
              <a:t>MX Session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i="1" lang="it-IT" sz="1800" strike="noStrike" u="none">
                <a:solidFill>
                  <a:srgbClr val="000000"/>
                </a:solidFill>
                <a:uFillTx/>
                <a:latin typeface="Arial"/>
              </a:rPr>
              <a:t>Proprietary MX Session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Metadata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it-IT" sz="1800" strike="noStrike" u="none">
                <a:solidFill>
                  <a:srgbClr val="000000"/>
                </a:solidFill>
                <a:uFillTx/>
                <a:latin typeface="Arial"/>
              </a:rPr>
              <a:t>expSessionPk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it-IT" sz="1800" strike="noStrike" u="none">
                <a:solidFill>
                  <a:srgbClr val="000000"/>
                </a:solidFill>
                <a:uFillTx/>
                <a:latin typeface="Arial"/>
              </a:rPr>
              <a:t>nbShifts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it-IT" sz="1800" strike="noStrike" u="none">
                <a:solidFill>
                  <a:srgbClr val="000000"/>
                </a:solidFill>
                <a:uFillTx/>
                <a:latin typeface="Arial"/>
              </a:rPr>
              <a:t>scheduled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it-IT" sz="1800" strike="noStrike" u="none">
                <a:solidFill>
                  <a:srgbClr val="000000"/>
                </a:solidFill>
                <a:uFillTx/>
                <a:latin typeface="Arial"/>
              </a:rPr>
              <a:t>BeamLineSetup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it-IT" sz="1800" strike="noStrike" u="none">
                <a:solidFill>
                  <a:srgbClr val="000000"/>
                </a:solidFill>
                <a:uFillTx/>
                <a:latin typeface="Arial"/>
              </a:rPr>
              <a:t>comments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samples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datacollections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energy_scans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rial"/>
              </a:rPr>
              <a:t>xrf_scans</a:t>
            </a:r>
            <a:endParaRPr b="0" lang="it-IT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23" name="" descr=""/>
          <p:cNvPicPr/>
          <p:nvPr/>
        </p:nvPicPr>
        <p:blipFill>
          <a:blip r:embed="rId1"/>
          <a:stretch/>
        </p:blipFill>
        <p:spPr>
          <a:xfrm>
            <a:off x="1080000" y="1188000"/>
            <a:ext cx="3419280" cy="4874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PlaceHolder 1"/>
          <p:cNvSpPr>
            <a:spLocks noGrp="1"/>
          </p:cNvSpPr>
          <p:nvPr>
            <p:ph type="title"/>
          </p:nvPr>
        </p:nvSpPr>
        <p:spPr>
          <a:xfrm>
            <a:off x="0" y="2160"/>
            <a:ext cx="12184200" cy="90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v-SE" sz="4000" strike="noStrike" u="none">
                <a:solidFill>
                  <a:srgbClr val="001427"/>
                </a:solidFill>
                <a:uFillTx/>
                <a:latin typeface="Maven Pro Black"/>
              </a:rPr>
              <a:t>Sessions List</a:t>
            </a:r>
            <a:endParaRPr b="0" lang="it-IT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25" name="" descr=""/>
          <p:cNvPicPr/>
          <p:nvPr/>
        </p:nvPicPr>
        <p:blipFill>
          <a:blip r:embed="rId1"/>
          <a:stretch/>
        </p:blipFill>
        <p:spPr>
          <a:xfrm>
            <a:off x="248040" y="1548000"/>
            <a:ext cx="11746080" cy="339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v-SE" sz="4000" strike="noStrike" u="none">
                <a:solidFill>
                  <a:srgbClr val="001427"/>
                </a:solidFill>
                <a:uFillTx/>
                <a:latin typeface="Maven Pro Black"/>
              </a:rPr>
              <a:t>People</a:t>
            </a:r>
            <a:endParaRPr b="0" lang="it-IT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7" name="PlaceHolder 2"/>
          <p:cNvSpPr>
            <a:spLocks noGrp="1"/>
          </p:cNvSpPr>
          <p:nvPr>
            <p:ph/>
          </p:nvPr>
        </p:nvSpPr>
        <p:spPr>
          <a:xfrm>
            <a:off x="609480" y="1468440"/>
            <a:ext cx="5351400" cy="249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3200" strike="noStrike" u="none">
                <a:solidFill>
                  <a:srgbClr val="000000"/>
                </a:solidFill>
                <a:uFillTx/>
                <a:latin typeface="Arial"/>
              </a:rPr>
              <a:t>Alberto Nardella</a:t>
            </a: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3200" strike="noStrike" u="none">
                <a:solidFill>
                  <a:srgbClr val="000000"/>
                </a:solidFill>
                <a:uFillTx/>
                <a:latin typeface="Arial"/>
              </a:rPr>
              <a:t>Moa Svensson</a:t>
            </a: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3200" strike="noStrike" u="none">
                <a:solidFill>
                  <a:srgbClr val="000000"/>
                </a:solidFill>
                <a:uFillTx/>
                <a:latin typeface="Arial"/>
              </a:rPr>
              <a:t>Carla Takahashi</a:t>
            </a: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8" name="PlaceHolder 3"/>
          <p:cNvSpPr>
            <a:spLocks noGrp="1"/>
          </p:cNvSpPr>
          <p:nvPr>
            <p:ph/>
          </p:nvPr>
        </p:nvSpPr>
        <p:spPr>
          <a:xfrm>
            <a:off x="6231240" y="1856520"/>
            <a:ext cx="5351400" cy="189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3200" strike="noStrike" u="none">
                <a:solidFill>
                  <a:srgbClr val="000000"/>
                </a:solidFill>
                <a:uFillTx/>
                <a:latin typeface="Arial"/>
              </a:rPr>
              <a:t>Massimiliano Novelli</a:t>
            </a: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9" name="PlaceHolder 4"/>
          <p:cNvSpPr>
            <a:spLocks noGrp="1"/>
          </p:cNvSpPr>
          <p:nvPr>
            <p:ph/>
          </p:nvPr>
        </p:nvSpPr>
        <p:spPr>
          <a:xfrm>
            <a:off x="609480" y="4005000"/>
            <a:ext cx="5351400" cy="189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3200" strike="noStrike" u="none">
                <a:solidFill>
                  <a:srgbClr val="000000"/>
                </a:solidFill>
                <a:uFillTx/>
                <a:latin typeface="Arial"/>
              </a:rPr>
              <a:t>Daphne van Dijken</a:t>
            </a: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30" name="PlaceHolder 5"/>
          <p:cNvSpPr>
            <a:spLocks noGrp="1"/>
          </p:cNvSpPr>
          <p:nvPr>
            <p:ph/>
          </p:nvPr>
        </p:nvSpPr>
        <p:spPr>
          <a:xfrm>
            <a:off x="6231240" y="4005000"/>
            <a:ext cx="5351400" cy="189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3200" strike="noStrike" u="none">
                <a:solidFill>
                  <a:srgbClr val="000000"/>
                </a:solidFill>
                <a:uFillTx/>
                <a:latin typeface="Arial"/>
              </a:rPr>
              <a:t>Marco Avila</a:t>
            </a: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31" name="" descr=""/>
          <p:cNvPicPr/>
          <p:nvPr/>
        </p:nvPicPr>
        <p:blipFill>
          <a:blip r:embed="rId1"/>
          <a:stretch/>
        </p:blipFill>
        <p:spPr>
          <a:xfrm>
            <a:off x="2070360" y="4032000"/>
            <a:ext cx="1275480" cy="72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2" name="" descr=""/>
          <p:cNvPicPr/>
          <p:nvPr/>
        </p:nvPicPr>
        <p:blipFill>
          <a:blip r:embed="rId2"/>
          <a:stretch/>
        </p:blipFill>
        <p:spPr>
          <a:xfrm>
            <a:off x="1883880" y="1468440"/>
            <a:ext cx="1913760" cy="581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3" name="" descr=""/>
          <p:cNvPicPr/>
          <p:nvPr/>
        </p:nvPicPr>
        <p:blipFill>
          <a:blip r:embed="rId3"/>
          <a:stretch/>
        </p:blipFill>
        <p:spPr>
          <a:xfrm>
            <a:off x="8060400" y="1605240"/>
            <a:ext cx="1657440" cy="1020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4" name="" descr=""/>
          <p:cNvPicPr/>
          <p:nvPr/>
        </p:nvPicPr>
        <p:blipFill>
          <a:blip r:embed="rId4"/>
          <a:stretch/>
        </p:blipFill>
        <p:spPr>
          <a:xfrm>
            <a:off x="8060400" y="3917880"/>
            <a:ext cx="1513440" cy="850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v-SE" sz="4000" strike="noStrike" u="none">
                <a:solidFill>
                  <a:srgbClr val="001427"/>
                </a:solidFill>
                <a:uFillTx/>
                <a:latin typeface="Maven Pro Black"/>
              </a:rPr>
              <a:t>Thank you</a:t>
            </a:r>
            <a:endParaRPr b="0" lang="it-IT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36" name="" descr=""/>
          <p:cNvPicPr/>
          <p:nvPr/>
        </p:nvPicPr>
        <p:blipFill>
          <a:blip r:embed="rId1"/>
          <a:stretch/>
        </p:blipFill>
        <p:spPr>
          <a:xfrm>
            <a:off x="3847320" y="1344960"/>
            <a:ext cx="4495680" cy="449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4703</TotalTime>
  <Application>LibreOffice/24.8.7.2$Linux_X86_64 LibreOffice_project/f4f281f562fb585d46b0af5755dfe1eb6adc047f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2024-05-23T12:09:18Z</dcterms:created>
  <dc:creator/>
  <dc:description/>
  <dc:language>en-US</dc:language>
  <cp:lastModifiedBy/>
  <dcterms:modified xsi:type="dcterms:W3CDTF">2025-05-16T14:48:19Z</dcterms:modified>
  <cp:revision>140</cp:revision>
  <dc:subject/>
  <dc:title>PowerPoint-presentation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0x010100083F5DDAFB74574C926A61E89E11744500778D35581C2CD64B92C78E6B5E60A8DC</vt:lpwstr>
  </property>
  <property fmtid="{D5CDD505-2E9C-101B-9397-08002B2CF9AE}" pid="3" name="PresentationFormat">
    <vt:lpwstr>Bredbild</vt:lpwstr>
  </property>
  <property fmtid="{D5CDD505-2E9C-101B-9397-08002B2CF9AE}" pid="4" name="Slides">
    <vt:r8>14</vt:r8>
  </property>
  <property fmtid="{D5CDD505-2E9C-101B-9397-08002B2CF9AE}" pid="5" name="Tags">
    <vt:lpwstr/>
  </property>
</Properties>
</file>