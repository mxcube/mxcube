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sldIdLst>
    <p:sldId id="256" r:id="rId5"/>
    <p:sldId id="274" r:id="rId6"/>
    <p:sldId id="275" r:id="rId7"/>
    <p:sldId id="279" r:id="rId8"/>
    <p:sldId id="278" r:id="rId9"/>
    <p:sldId id="285" r:id="rId10"/>
    <p:sldId id="286" r:id="rId11"/>
    <p:sldId id="280" r:id="rId12"/>
    <p:sldId id="282" r:id="rId13"/>
    <p:sldId id="283" r:id="rId14"/>
    <p:sldId id="284" r:id="rId15"/>
    <p:sldId id="276" r:id="rId16"/>
    <p:sldId id="266" r:id="rId17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Light" panose="020F0502020204030203" pitchFamily="34" charset="0"/>
      <p:regular r:id="rId22"/>
      <p:italic r:id="rId23"/>
    </p:embeddedFont>
  </p:embeddedFontLst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6F4"/>
    <a:srgbClr val="3C3C3C"/>
    <a:srgbClr val="37FFB3"/>
    <a:srgbClr val="4136EB"/>
    <a:srgbClr val="7800A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5E0CD-4E5D-2B9D-8442-EF1B1774B362}" v="35" dt="2025-05-19T00:07:23.514"/>
    <p1510:client id="{7D21B332-D777-A6C6-7BAC-86542C1A719D}" v="7" dt="2025-05-19T12:00:52.817"/>
    <p1510:client id="{9A9B4D95-7EB5-DC18-F579-843E1180BBD4}" v="42" dt="2025-05-19T16:00:39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Guilhermo Silva Moliterno" userId="S::nicolas.moliterno@lnls.br::37ce11c0-b1f6-4e17-8a1f-dcc5661f7315" providerId="AD" clId="Web-{452E12B0-EE9E-4B13-9B95-7770ECA185FB}"/>
    <pc:docChg chg="modSld">
      <pc:chgData name="Nicolas Guilhermo Silva Moliterno" userId="S::nicolas.moliterno@lnls.br::37ce11c0-b1f6-4e17-8a1f-dcc5661f7315" providerId="AD" clId="Web-{452E12B0-EE9E-4B13-9B95-7770ECA185FB}" dt="2025-05-16T19:04:47.818" v="27" actId="20577"/>
      <pc:docMkLst>
        <pc:docMk/>
      </pc:docMkLst>
      <pc:sldChg chg="modSp">
        <pc:chgData name="Nicolas Guilhermo Silva Moliterno" userId="S::nicolas.moliterno@lnls.br::37ce11c0-b1f6-4e17-8a1f-dcc5661f7315" providerId="AD" clId="Web-{452E12B0-EE9E-4B13-9B95-7770ECA185FB}" dt="2025-05-16T19:03:58.629" v="1" actId="20577"/>
        <pc:sldMkLst>
          <pc:docMk/>
          <pc:sldMk cId="1784012342" sldId="275"/>
        </pc:sldMkLst>
        <pc:spChg chg="mod">
          <ac:chgData name="Nicolas Guilhermo Silva Moliterno" userId="S::nicolas.moliterno@lnls.br::37ce11c0-b1f6-4e17-8a1f-dcc5661f7315" providerId="AD" clId="Web-{452E12B0-EE9E-4B13-9B95-7770ECA185FB}" dt="2025-05-16T19:03:58.629" v="1" actId="20577"/>
          <ac:spMkLst>
            <pc:docMk/>
            <pc:sldMk cId="1784012342" sldId="275"/>
            <ac:spMk id="3" creationId="{139102BD-0D9E-44E9-16DE-B001956482C1}"/>
          </ac:spMkLst>
        </pc:spChg>
      </pc:sldChg>
      <pc:sldChg chg="modSp">
        <pc:chgData name="Nicolas Guilhermo Silva Moliterno" userId="S::nicolas.moliterno@lnls.br::37ce11c0-b1f6-4e17-8a1f-dcc5661f7315" providerId="AD" clId="Web-{452E12B0-EE9E-4B13-9B95-7770ECA185FB}" dt="2025-05-16T19:04:47.818" v="27" actId="20577"/>
        <pc:sldMkLst>
          <pc:docMk/>
          <pc:sldMk cId="1647121091" sldId="278"/>
        </pc:sldMkLst>
        <pc:spChg chg="mod">
          <ac:chgData name="Nicolas Guilhermo Silva Moliterno" userId="S::nicolas.moliterno@lnls.br::37ce11c0-b1f6-4e17-8a1f-dcc5661f7315" providerId="AD" clId="Web-{452E12B0-EE9E-4B13-9B95-7770ECA185FB}" dt="2025-05-16T19:04:47.818" v="27" actId="20577"/>
          <ac:spMkLst>
            <pc:docMk/>
            <pc:sldMk cId="1647121091" sldId="278"/>
            <ac:spMk id="3" creationId="{ABE529FD-5BA2-088D-9E81-45300EE9EDE5}"/>
          </ac:spMkLst>
        </pc:spChg>
      </pc:sldChg>
    </pc:docChg>
  </pc:docChgLst>
  <pc:docChgLst>
    <pc:chgData name="Nicolas Guilhermo Silva Moliterno" userId="S::nicolas.moliterno@lnls.br::37ce11c0-b1f6-4e17-8a1f-dcc5661f7315" providerId="AD" clId="Web-{67A5E0CD-4E5D-2B9D-8442-EF1B1774B362}"/>
    <pc:docChg chg="modSld">
      <pc:chgData name="Nicolas Guilhermo Silva Moliterno" userId="S::nicolas.moliterno@lnls.br::37ce11c0-b1f6-4e17-8a1f-dcc5661f7315" providerId="AD" clId="Web-{67A5E0CD-4E5D-2B9D-8442-EF1B1774B362}" dt="2025-05-19T00:07:23.514" v="31" actId="20577"/>
      <pc:docMkLst>
        <pc:docMk/>
      </pc:docMkLst>
      <pc:sldChg chg="modSp">
        <pc:chgData name="Nicolas Guilhermo Silva Moliterno" userId="S::nicolas.moliterno@lnls.br::37ce11c0-b1f6-4e17-8a1f-dcc5661f7315" providerId="AD" clId="Web-{67A5E0CD-4E5D-2B9D-8442-EF1B1774B362}" dt="2025-05-19T00:07:23.514" v="31" actId="20577"/>
        <pc:sldMkLst>
          <pc:docMk/>
          <pc:sldMk cId="1784012342" sldId="275"/>
        </pc:sldMkLst>
        <pc:spChg chg="mod">
          <ac:chgData name="Nicolas Guilhermo Silva Moliterno" userId="S::nicolas.moliterno@lnls.br::37ce11c0-b1f6-4e17-8a1f-dcc5661f7315" providerId="AD" clId="Web-{67A5E0CD-4E5D-2B9D-8442-EF1B1774B362}" dt="2025-05-19T00:07:23.514" v="31" actId="20577"/>
          <ac:spMkLst>
            <pc:docMk/>
            <pc:sldMk cId="1784012342" sldId="275"/>
            <ac:spMk id="3" creationId="{139102BD-0D9E-44E9-16DE-B001956482C1}"/>
          </ac:spMkLst>
        </pc:spChg>
      </pc:sldChg>
      <pc:sldChg chg="modSp">
        <pc:chgData name="Nicolas Guilhermo Silva Moliterno" userId="S::nicolas.moliterno@lnls.br::37ce11c0-b1f6-4e17-8a1f-dcc5661f7315" providerId="AD" clId="Web-{67A5E0CD-4E5D-2B9D-8442-EF1B1774B362}" dt="2025-05-19T00:06:31.965" v="25" actId="20577"/>
        <pc:sldMkLst>
          <pc:docMk/>
          <pc:sldMk cId="283076815" sldId="276"/>
        </pc:sldMkLst>
        <pc:spChg chg="mod">
          <ac:chgData name="Nicolas Guilhermo Silva Moliterno" userId="S::nicolas.moliterno@lnls.br::37ce11c0-b1f6-4e17-8a1f-dcc5661f7315" providerId="AD" clId="Web-{67A5E0CD-4E5D-2B9D-8442-EF1B1774B362}" dt="2025-05-19T00:06:31.965" v="25" actId="20577"/>
          <ac:spMkLst>
            <pc:docMk/>
            <pc:sldMk cId="283076815" sldId="276"/>
            <ac:spMk id="3" creationId="{9A09ACA8-EA7E-91AA-DAC9-4D7DA4A649FE}"/>
          </ac:spMkLst>
        </pc:spChg>
      </pc:sldChg>
      <pc:sldChg chg="modSp">
        <pc:chgData name="Nicolas Guilhermo Silva Moliterno" userId="S::nicolas.moliterno@lnls.br::37ce11c0-b1f6-4e17-8a1f-dcc5661f7315" providerId="AD" clId="Web-{67A5E0CD-4E5D-2B9D-8442-EF1B1774B362}" dt="2025-05-19T00:06:52.341" v="28" actId="20577"/>
        <pc:sldMkLst>
          <pc:docMk/>
          <pc:sldMk cId="1647121091" sldId="278"/>
        </pc:sldMkLst>
        <pc:spChg chg="mod">
          <ac:chgData name="Nicolas Guilhermo Silva Moliterno" userId="S::nicolas.moliterno@lnls.br::37ce11c0-b1f6-4e17-8a1f-dcc5661f7315" providerId="AD" clId="Web-{67A5E0CD-4E5D-2B9D-8442-EF1B1774B362}" dt="2025-05-19T00:06:52.341" v="28" actId="20577"/>
          <ac:spMkLst>
            <pc:docMk/>
            <pc:sldMk cId="1647121091" sldId="278"/>
            <ac:spMk id="3" creationId="{ABE529FD-5BA2-088D-9E81-45300EE9EDE5}"/>
          </ac:spMkLst>
        </pc:spChg>
      </pc:sldChg>
      <pc:sldChg chg="modSp">
        <pc:chgData name="Nicolas Guilhermo Silva Moliterno" userId="S::nicolas.moliterno@lnls.br::37ce11c0-b1f6-4e17-8a1f-dcc5661f7315" providerId="AD" clId="Web-{67A5E0CD-4E5D-2B9D-8442-EF1B1774B362}" dt="2025-05-19T00:07:15.560" v="30" actId="20577"/>
        <pc:sldMkLst>
          <pc:docMk/>
          <pc:sldMk cId="1735726531" sldId="279"/>
        </pc:sldMkLst>
        <pc:spChg chg="mod">
          <ac:chgData name="Nicolas Guilhermo Silva Moliterno" userId="S::nicolas.moliterno@lnls.br::37ce11c0-b1f6-4e17-8a1f-dcc5661f7315" providerId="AD" clId="Web-{67A5E0CD-4E5D-2B9D-8442-EF1B1774B362}" dt="2025-05-19T00:07:15.560" v="30" actId="20577"/>
          <ac:spMkLst>
            <pc:docMk/>
            <pc:sldMk cId="1735726531" sldId="279"/>
            <ac:spMk id="3" creationId="{B7CF1E2A-2F38-0F11-A7BC-98BADB507AE2}"/>
          </ac:spMkLst>
        </pc:spChg>
      </pc:sldChg>
    </pc:docChg>
  </pc:docChgLst>
  <pc:docChgLst>
    <pc:chgData name="Nicolas Guilhermo Silva Moliterno" userId="S::nicolas.moliterno@lnls.br::37ce11c0-b1f6-4e17-8a1f-dcc5661f7315" providerId="AD" clId="Web-{0A1FA526-2616-46D7-8099-BC0CA6624C9A}"/>
    <pc:docChg chg="modSld">
      <pc:chgData name="Nicolas Guilhermo Silva Moliterno" userId="S::nicolas.moliterno@lnls.br::37ce11c0-b1f6-4e17-8a1f-dcc5661f7315" providerId="AD" clId="Web-{0A1FA526-2616-46D7-8099-BC0CA6624C9A}" dt="2025-05-16T18:57:05.554" v="9" actId="20577"/>
      <pc:docMkLst>
        <pc:docMk/>
      </pc:docMkLst>
      <pc:sldChg chg="modSp">
        <pc:chgData name="Nicolas Guilhermo Silva Moliterno" userId="S::nicolas.moliterno@lnls.br::37ce11c0-b1f6-4e17-8a1f-dcc5661f7315" providerId="AD" clId="Web-{0A1FA526-2616-46D7-8099-BC0CA6624C9A}" dt="2025-05-16T18:56:44.365" v="3" actId="20577"/>
        <pc:sldMkLst>
          <pc:docMk/>
          <pc:sldMk cId="1784012342" sldId="275"/>
        </pc:sldMkLst>
        <pc:spChg chg="mod">
          <ac:chgData name="Nicolas Guilhermo Silva Moliterno" userId="S::nicolas.moliterno@lnls.br::37ce11c0-b1f6-4e17-8a1f-dcc5661f7315" providerId="AD" clId="Web-{0A1FA526-2616-46D7-8099-BC0CA6624C9A}" dt="2025-05-16T18:56:44.365" v="3" actId="20577"/>
          <ac:spMkLst>
            <pc:docMk/>
            <pc:sldMk cId="1784012342" sldId="275"/>
            <ac:spMk id="3" creationId="{139102BD-0D9E-44E9-16DE-B001956482C1}"/>
          </ac:spMkLst>
        </pc:spChg>
      </pc:sldChg>
      <pc:sldChg chg="modSp">
        <pc:chgData name="Nicolas Guilhermo Silva Moliterno" userId="S::nicolas.moliterno@lnls.br::37ce11c0-b1f6-4e17-8a1f-dcc5661f7315" providerId="AD" clId="Web-{0A1FA526-2616-46D7-8099-BC0CA6624C9A}" dt="2025-05-16T18:57:05.554" v="9" actId="20577"/>
        <pc:sldMkLst>
          <pc:docMk/>
          <pc:sldMk cId="1647121091" sldId="278"/>
        </pc:sldMkLst>
        <pc:spChg chg="mod">
          <ac:chgData name="Nicolas Guilhermo Silva Moliterno" userId="S::nicolas.moliterno@lnls.br::37ce11c0-b1f6-4e17-8a1f-dcc5661f7315" providerId="AD" clId="Web-{0A1FA526-2616-46D7-8099-BC0CA6624C9A}" dt="2025-05-16T18:57:05.554" v="9" actId="20577"/>
          <ac:spMkLst>
            <pc:docMk/>
            <pc:sldMk cId="1647121091" sldId="278"/>
            <ac:spMk id="3" creationId="{ABE529FD-5BA2-088D-9E81-45300EE9EDE5}"/>
          </ac:spMkLst>
        </pc:spChg>
      </pc:sldChg>
    </pc:docChg>
  </pc:docChgLst>
  <pc:docChgLst>
    <pc:chgData name="Nicolas Guilhermo Silva Moliterno" userId="S::nicolas.moliterno@lnls.br::37ce11c0-b1f6-4e17-8a1f-dcc5661f7315" providerId="AD" clId="Web-{EBBD45AF-8D0C-7E15-C984-E363BF9AFAAA}"/>
    <pc:docChg chg="modSld">
      <pc:chgData name="Nicolas Guilhermo Silva Moliterno" userId="S::nicolas.moliterno@lnls.br::37ce11c0-b1f6-4e17-8a1f-dcc5661f7315" providerId="AD" clId="Web-{EBBD45AF-8D0C-7E15-C984-E363BF9AFAAA}" dt="2025-05-15T19:03:02.999" v="143" actId="20577"/>
      <pc:docMkLst>
        <pc:docMk/>
      </pc:docMkLst>
      <pc:sldChg chg="modSp">
        <pc:chgData name="Nicolas Guilhermo Silva Moliterno" userId="S::nicolas.moliterno@lnls.br::37ce11c0-b1f6-4e17-8a1f-dcc5661f7315" providerId="AD" clId="Web-{EBBD45AF-8D0C-7E15-C984-E363BF9AFAAA}" dt="2025-05-15T16:55:30.715" v="14" actId="20577"/>
        <pc:sldMkLst>
          <pc:docMk/>
          <pc:sldMk cId="1184216411" sldId="256"/>
        </pc:sldMkLst>
        <pc:spChg chg="mod">
          <ac:chgData name="Nicolas Guilhermo Silva Moliterno" userId="S::nicolas.moliterno@lnls.br::37ce11c0-b1f6-4e17-8a1f-dcc5661f7315" providerId="AD" clId="Web-{EBBD45AF-8D0C-7E15-C984-E363BF9AFAAA}" dt="2025-05-15T16:55:30.715" v="14" actId="20577"/>
          <ac:spMkLst>
            <pc:docMk/>
            <pc:sldMk cId="1184216411" sldId="256"/>
            <ac:spMk id="3" creationId="{CCDF13A2-24FF-A658-37B9-B853398FEA08}"/>
          </ac:spMkLst>
        </pc:spChg>
      </pc:sldChg>
      <pc:sldChg chg="modSp">
        <pc:chgData name="Nicolas Guilhermo Silva Moliterno" userId="S::nicolas.moliterno@lnls.br::37ce11c0-b1f6-4e17-8a1f-dcc5661f7315" providerId="AD" clId="Web-{EBBD45AF-8D0C-7E15-C984-E363BF9AFAAA}" dt="2025-05-15T18:54:32.685" v="45" actId="20577"/>
        <pc:sldMkLst>
          <pc:docMk/>
          <pc:sldMk cId="1784012342" sldId="275"/>
        </pc:sldMkLst>
        <pc:spChg chg="mod">
          <ac:chgData name="Nicolas Guilhermo Silva Moliterno" userId="S::nicolas.moliterno@lnls.br::37ce11c0-b1f6-4e17-8a1f-dcc5661f7315" providerId="AD" clId="Web-{EBBD45AF-8D0C-7E15-C984-E363BF9AFAAA}" dt="2025-05-15T18:54:32.685" v="45" actId="20577"/>
          <ac:spMkLst>
            <pc:docMk/>
            <pc:sldMk cId="1784012342" sldId="275"/>
            <ac:spMk id="3" creationId="{139102BD-0D9E-44E9-16DE-B001956482C1}"/>
          </ac:spMkLst>
        </pc:spChg>
      </pc:sldChg>
      <pc:sldChg chg="modSp">
        <pc:chgData name="Nicolas Guilhermo Silva Moliterno" userId="S::nicolas.moliterno@lnls.br::37ce11c0-b1f6-4e17-8a1f-dcc5661f7315" providerId="AD" clId="Web-{EBBD45AF-8D0C-7E15-C984-E363BF9AFAAA}" dt="2025-05-15T19:03:02.999" v="143" actId="20577"/>
        <pc:sldMkLst>
          <pc:docMk/>
          <pc:sldMk cId="283076815" sldId="276"/>
        </pc:sldMkLst>
        <pc:spChg chg="mod">
          <ac:chgData name="Nicolas Guilhermo Silva Moliterno" userId="S::nicolas.moliterno@lnls.br::37ce11c0-b1f6-4e17-8a1f-dcc5661f7315" providerId="AD" clId="Web-{EBBD45AF-8D0C-7E15-C984-E363BF9AFAAA}" dt="2025-05-15T19:03:02.999" v="143" actId="20577"/>
          <ac:spMkLst>
            <pc:docMk/>
            <pc:sldMk cId="283076815" sldId="276"/>
            <ac:spMk id="3" creationId="{9A09ACA8-EA7E-91AA-DAC9-4D7DA4A649FE}"/>
          </ac:spMkLst>
        </pc:spChg>
      </pc:sldChg>
      <pc:sldChg chg="modSp">
        <pc:chgData name="Nicolas Guilhermo Silva Moliterno" userId="S::nicolas.moliterno@lnls.br::37ce11c0-b1f6-4e17-8a1f-dcc5661f7315" providerId="AD" clId="Web-{EBBD45AF-8D0C-7E15-C984-E363BF9AFAAA}" dt="2025-05-15T18:54:48.545" v="51" actId="20577"/>
        <pc:sldMkLst>
          <pc:docMk/>
          <pc:sldMk cId="273155591" sldId="277"/>
        </pc:sldMkLst>
        <pc:spChg chg="mod">
          <ac:chgData name="Nicolas Guilhermo Silva Moliterno" userId="S::nicolas.moliterno@lnls.br::37ce11c0-b1f6-4e17-8a1f-dcc5661f7315" providerId="AD" clId="Web-{EBBD45AF-8D0C-7E15-C984-E363BF9AFAAA}" dt="2025-05-15T18:54:48.545" v="51" actId="20577"/>
          <ac:spMkLst>
            <pc:docMk/>
            <pc:sldMk cId="273155591" sldId="277"/>
            <ac:spMk id="3" creationId="{44172A5E-540F-D21F-3889-EE79EF666BE6}"/>
          </ac:spMkLst>
        </pc:spChg>
      </pc:sldChg>
      <pc:sldChg chg="modSp">
        <pc:chgData name="Nicolas Guilhermo Silva Moliterno" userId="S::nicolas.moliterno@lnls.br::37ce11c0-b1f6-4e17-8a1f-dcc5661f7315" providerId="AD" clId="Web-{EBBD45AF-8D0C-7E15-C984-E363BF9AFAAA}" dt="2025-05-15T19:02:49.717" v="138" actId="20577"/>
        <pc:sldMkLst>
          <pc:docMk/>
          <pc:sldMk cId="1647121091" sldId="278"/>
        </pc:sldMkLst>
        <pc:spChg chg="mod">
          <ac:chgData name="Nicolas Guilhermo Silva Moliterno" userId="S::nicolas.moliterno@lnls.br::37ce11c0-b1f6-4e17-8a1f-dcc5661f7315" providerId="AD" clId="Web-{EBBD45AF-8D0C-7E15-C984-E363BF9AFAAA}" dt="2025-05-15T19:02:49.717" v="138" actId="20577"/>
          <ac:spMkLst>
            <pc:docMk/>
            <pc:sldMk cId="1647121091" sldId="278"/>
            <ac:spMk id="3" creationId="{ABE529FD-5BA2-088D-9E81-45300EE9EDE5}"/>
          </ac:spMkLst>
        </pc:spChg>
      </pc:sldChg>
      <pc:sldChg chg="modSp">
        <pc:chgData name="Nicolas Guilhermo Silva Moliterno" userId="S::nicolas.moliterno@lnls.br::37ce11c0-b1f6-4e17-8a1f-dcc5661f7315" providerId="AD" clId="Web-{EBBD45AF-8D0C-7E15-C984-E363BF9AFAAA}" dt="2025-05-15T18:54:46.185" v="50" actId="20577"/>
        <pc:sldMkLst>
          <pc:docMk/>
          <pc:sldMk cId="1735726531" sldId="279"/>
        </pc:sldMkLst>
        <pc:spChg chg="mod">
          <ac:chgData name="Nicolas Guilhermo Silva Moliterno" userId="S::nicolas.moliterno@lnls.br::37ce11c0-b1f6-4e17-8a1f-dcc5661f7315" providerId="AD" clId="Web-{EBBD45AF-8D0C-7E15-C984-E363BF9AFAAA}" dt="2025-05-15T18:54:46.185" v="50" actId="20577"/>
          <ac:spMkLst>
            <pc:docMk/>
            <pc:sldMk cId="1735726531" sldId="279"/>
            <ac:spMk id="3" creationId="{B7CF1E2A-2F38-0F11-A7BC-98BADB507AE2}"/>
          </ac:spMkLst>
        </pc:spChg>
      </pc:sldChg>
    </pc:docChg>
  </pc:docChgLst>
  <pc:docChgLst>
    <pc:chgData name="Pedro Benetton" userId="S::pedro.benetton@lnls.br::3df8601a-f2a5-4a31-8399-a2aba3b054a6" providerId="AD" clId="Web-{7D21B332-D777-A6C6-7BAC-86542C1A719D}"/>
    <pc:docChg chg="modSld">
      <pc:chgData name="Pedro Benetton" userId="S::pedro.benetton@lnls.br::3df8601a-f2a5-4a31-8399-a2aba3b054a6" providerId="AD" clId="Web-{7D21B332-D777-A6C6-7BAC-86542C1A719D}" dt="2025-05-19T12:00:52.114" v="5" actId="20577"/>
      <pc:docMkLst>
        <pc:docMk/>
      </pc:docMkLst>
      <pc:sldChg chg="modSp">
        <pc:chgData name="Pedro Benetton" userId="S::pedro.benetton@lnls.br::3df8601a-f2a5-4a31-8399-a2aba3b054a6" providerId="AD" clId="Web-{7D21B332-D777-A6C6-7BAC-86542C1A719D}" dt="2025-05-19T12:00:52.114" v="5" actId="20577"/>
        <pc:sldMkLst>
          <pc:docMk/>
          <pc:sldMk cId="1311089774" sldId="284"/>
        </pc:sldMkLst>
        <pc:spChg chg="mod">
          <ac:chgData name="Pedro Benetton" userId="S::pedro.benetton@lnls.br::3df8601a-f2a5-4a31-8399-a2aba3b054a6" providerId="AD" clId="Web-{7D21B332-D777-A6C6-7BAC-86542C1A719D}" dt="2025-05-19T12:00:52.114" v="5" actId="20577"/>
          <ac:spMkLst>
            <pc:docMk/>
            <pc:sldMk cId="1311089774" sldId="284"/>
            <ac:spMk id="3" creationId="{7F0CECD5-B28D-7341-4694-0293F339775F}"/>
          </ac:spMkLst>
        </pc:spChg>
      </pc:sldChg>
    </pc:docChg>
  </pc:docChgLst>
  <pc:docChgLst>
    <pc:chgData name="Pedro Benetton" userId="S::pedro.benetton@lnls.br::3df8601a-f2a5-4a31-8399-a2aba3b054a6" providerId="AD" clId="Web-{49705F0E-1FC2-687A-21AF-4825E2F34364}"/>
    <pc:docChg chg="addSld delSld modSld sldOrd">
      <pc:chgData name="Pedro Benetton" userId="S::pedro.benetton@lnls.br::3df8601a-f2a5-4a31-8399-a2aba3b054a6" providerId="AD" clId="Web-{49705F0E-1FC2-687A-21AF-4825E2F34364}" dt="2025-05-16T20:16:26.793" v="931" actId="1076"/>
      <pc:docMkLst>
        <pc:docMk/>
      </pc:docMkLst>
      <pc:sldChg chg="modSp del">
        <pc:chgData name="Pedro Benetton" userId="S::pedro.benetton@lnls.br::3df8601a-f2a5-4a31-8399-a2aba3b054a6" providerId="AD" clId="Web-{49705F0E-1FC2-687A-21AF-4825E2F34364}" dt="2025-05-16T19:26:28.236" v="633"/>
        <pc:sldMkLst>
          <pc:docMk/>
          <pc:sldMk cId="273155591" sldId="277"/>
        </pc:sldMkLst>
        <pc:spChg chg="mod">
          <ac:chgData name="Pedro Benetton" userId="S::pedro.benetton@lnls.br::3df8601a-f2a5-4a31-8399-a2aba3b054a6" providerId="AD" clId="Web-{49705F0E-1FC2-687A-21AF-4825E2F34364}" dt="2025-05-16T18:57:19.774" v="85" actId="20577"/>
          <ac:spMkLst>
            <pc:docMk/>
            <pc:sldMk cId="273155591" sldId="277"/>
            <ac:spMk id="2" creationId="{FBE2F820-F233-3E10-A8E3-317B92B90339}"/>
          </ac:spMkLst>
        </pc:spChg>
        <pc:spChg chg="mod">
          <ac:chgData name="Pedro Benetton" userId="S::pedro.benetton@lnls.br::3df8601a-f2a5-4a31-8399-a2aba3b054a6" providerId="AD" clId="Web-{49705F0E-1FC2-687A-21AF-4825E2F34364}" dt="2025-05-16T18:57:14.087" v="66" actId="20577"/>
          <ac:spMkLst>
            <pc:docMk/>
            <pc:sldMk cId="273155591" sldId="277"/>
            <ac:spMk id="3" creationId="{44172A5E-540F-D21F-3889-EE79EF666BE6}"/>
          </ac:spMkLst>
        </pc:spChg>
      </pc:sldChg>
      <pc:sldChg chg="addSp delSp modSp add ord replId">
        <pc:chgData name="Pedro Benetton" userId="S::pedro.benetton@lnls.br::3df8601a-f2a5-4a31-8399-a2aba3b054a6" providerId="AD" clId="Web-{49705F0E-1FC2-687A-21AF-4825E2F34364}" dt="2025-05-16T20:15:45.228" v="929" actId="1076"/>
        <pc:sldMkLst>
          <pc:docMk/>
          <pc:sldMk cId="187685280" sldId="280"/>
        </pc:sldMkLst>
        <pc:spChg chg="mod">
          <ac:chgData name="Pedro Benetton" userId="S::pedro.benetton@lnls.br::3df8601a-f2a5-4a31-8399-a2aba3b054a6" providerId="AD" clId="Web-{49705F0E-1FC2-687A-21AF-4825E2F34364}" dt="2025-05-16T19:09:31.556" v="213" actId="20577"/>
          <ac:spMkLst>
            <pc:docMk/>
            <pc:sldMk cId="187685280" sldId="280"/>
            <ac:spMk id="2" creationId="{8D77D003-4904-22DE-2608-02932A095076}"/>
          </ac:spMkLst>
        </pc:spChg>
        <pc:spChg chg="del mod">
          <ac:chgData name="Pedro Benetton" userId="S::pedro.benetton@lnls.br::3df8601a-f2a5-4a31-8399-a2aba3b054a6" providerId="AD" clId="Web-{49705F0E-1FC2-687A-21AF-4825E2F34364}" dt="2025-05-16T19:09:34.804" v="214"/>
          <ac:spMkLst>
            <pc:docMk/>
            <pc:sldMk cId="187685280" sldId="280"/>
            <ac:spMk id="3" creationId="{2577FAC8-F937-5CEF-0588-7F8FA96AB5D2}"/>
          </ac:spMkLst>
        </pc:spChg>
        <pc:spChg chg="add del mod">
          <ac:chgData name="Pedro Benetton" userId="S::pedro.benetton@lnls.br::3df8601a-f2a5-4a31-8399-a2aba3b054a6" providerId="AD" clId="Web-{49705F0E-1FC2-687A-21AF-4825E2F34364}" dt="2025-05-16T19:09:39.461" v="215"/>
          <ac:spMkLst>
            <pc:docMk/>
            <pc:sldMk cId="187685280" sldId="280"/>
            <ac:spMk id="8" creationId="{C3B1B2E2-EA58-85C1-C280-6DA5F6FA7381}"/>
          </ac:spMkLst>
        </pc:spChg>
        <pc:picChg chg="add del mod">
          <ac:chgData name="Pedro Benetton" userId="S::pedro.benetton@lnls.br::3df8601a-f2a5-4a31-8399-a2aba3b054a6" providerId="AD" clId="Web-{49705F0E-1FC2-687A-21AF-4825E2F34364}" dt="2025-05-16T19:06:09.749" v="191"/>
          <ac:picMkLst>
            <pc:docMk/>
            <pc:sldMk cId="187685280" sldId="280"/>
            <ac:picMk id="4" creationId="{3FF2D9AF-6B8A-BDEC-022B-B32B622A52DA}"/>
          </ac:picMkLst>
        </pc:picChg>
        <pc:picChg chg="add del mod modCrop">
          <ac:chgData name="Pedro Benetton" userId="S::pedro.benetton@lnls.br::3df8601a-f2a5-4a31-8399-a2aba3b054a6" providerId="AD" clId="Web-{49705F0E-1FC2-687A-21AF-4825E2F34364}" dt="2025-05-16T19:07:04.079" v="202"/>
          <ac:picMkLst>
            <pc:docMk/>
            <pc:sldMk cId="187685280" sldId="280"/>
            <ac:picMk id="5" creationId="{DF29206A-BEB2-0B4E-9FA3-D17461709FE8}"/>
          </ac:picMkLst>
        </pc:picChg>
        <pc:picChg chg="add del mod">
          <ac:chgData name="Pedro Benetton" userId="S::pedro.benetton@lnls.br::3df8601a-f2a5-4a31-8399-a2aba3b054a6" providerId="AD" clId="Web-{49705F0E-1FC2-687A-21AF-4825E2F34364}" dt="2025-05-16T19:09:47.211" v="218"/>
          <ac:picMkLst>
            <pc:docMk/>
            <pc:sldMk cId="187685280" sldId="280"/>
            <ac:picMk id="6" creationId="{E50F31B0-AEEA-F287-8CF2-7A8DC7519C17}"/>
          </ac:picMkLst>
        </pc:picChg>
        <pc:picChg chg="add mod">
          <ac:chgData name="Pedro Benetton" userId="S::pedro.benetton@lnls.br::3df8601a-f2a5-4a31-8399-a2aba3b054a6" providerId="AD" clId="Web-{49705F0E-1FC2-687A-21AF-4825E2F34364}" dt="2025-05-16T20:15:45.228" v="929" actId="1076"/>
          <ac:picMkLst>
            <pc:docMk/>
            <pc:sldMk cId="187685280" sldId="280"/>
            <ac:picMk id="9" creationId="{193E81E3-9144-32CA-8A15-7DCA2E25B71C}"/>
          </ac:picMkLst>
        </pc:picChg>
      </pc:sldChg>
      <pc:sldChg chg="add del replId">
        <pc:chgData name="Pedro Benetton" userId="S::pedro.benetton@lnls.br::3df8601a-f2a5-4a31-8399-a2aba3b054a6" providerId="AD" clId="Web-{49705F0E-1FC2-687A-21AF-4825E2F34364}" dt="2025-05-16T19:03:11.976" v="88"/>
        <pc:sldMkLst>
          <pc:docMk/>
          <pc:sldMk cId="542465563" sldId="281"/>
        </pc:sldMkLst>
      </pc:sldChg>
      <pc:sldChg chg="add del replId">
        <pc:chgData name="Pedro Benetton" userId="S::pedro.benetton@lnls.br::3df8601a-f2a5-4a31-8399-a2aba3b054a6" providerId="AD" clId="Web-{49705F0E-1FC2-687A-21AF-4825E2F34364}" dt="2025-05-16T19:11:04.870" v="224"/>
        <pc:sldMkLst>
          <pc:docMk/>
          <pc:sldMk cId="2216940074" sldId="281"/>
        </pc:sldMkLst>
      </pc:sldChg>
      <pc:sldChg chg="modSp add ord replId">
        <pc:chgData name="Pedro Benetton" userId="S::pedro.benetton@lnls.br::3df8601a-f2a5-4a31-8399-a2aba3b054a6" providerId="AD" clId="Web-{49705F0E-1FC2-687A-21AF-4825E2F34364}" dt="2025-05-16T19:45:57.158" v="910"/>
        <pc:sldMkLst>
          <pc:docMk/>
          <pc:sldMk cId="3150001749" sldId="282"/>
        </pc:sldMkLst>
        <pc:spChg chg="mod">
          <ac:chgData name="Pedro Benetton" userId="S::pedro.benetton@lnls.br::3df8601a-f2a5-4a31-8399-a2aba3b054a6" providerId="AD" clId="Web-{49705F0E-1FC2-687A-21AF-4825E2F34364}" dt="2025-05-16T19:11:17.293" v="226" actId="20577"/>
          <ac:spMkLst>
            <pc:docMk/>
            <pc:sldMk cId="3150001749" sldId="282"/>
            <ac:spMk id="2" creationId="{1170C878-FE09-2857-8FFA-C62B250773BE}"/>
          </ac:spMkLst>
        </pc:spChg>
        <pc:spChg chg="mod">
          <ac:chgData name="Pedro Benetton" userId="S::pedro.benetton@lnls.br::3df8601a-f2a5-4a31-8399-a2aba3b054a6" providerId="AD" clId="Web-{49705F0E-1FC2-687A-21AF-4825E2F34364}" dt="2025-05-16T19:37:12.653" v="809" actId="20577"/>
          <ac:spMkLst>
            <pc:docMk/>
            <pc:sldMk cId="3150001749" sldId="282"/>
            <ac:spMk id="3" creationId="{55B15288-D549-52BA-ACC9-989055E472E0}"/>
          </ac:spMkLst>
        </pc:spChg>
      </pc:sldChg>
      <pc:sldChg chg="addSp delSp modSp add ord replId">
        <pc:chgData name="Pedro Benetton" userId="S::pedro.benetton@lnls.br::3df8601a-f2a5-4a31-8399-a2aba3b054a6" providerId="AD" clId="Web-{49705F0E-1FC2-687A-21AF-4825E2F34364}" dt="2025-05-16T19:45:57.158" v="909"/>
        <pc:sldMkLst>
          <pc:docMk/>
          <pc:sldMk cId="1298962643" sldId="283"/>
        </pc:sldMkLst>
        <pc:spChg chg="mod">
          <ac:chgData name="Pedro Benetton" userId="S::pedro.benetton@lnls.br::3df8601a-f2a5-4a31-8399-a2aba3b054a6" providerId="AD" clId="Web-{49705F0E-1FC2-687A-21AF-4825E2F34364}" dt="2025-05-16T19:12:34.983" v="279" actId="20577"/>
          <ac:spMkLst>
            <pc:docMk/>
            <pc:sldMk cId="1298962643" sldId="283"/>
            <ac:spMk id="2" creationId="{9DDEEBDC-4CCA-C29F-09B1-7C9ACEDCA3CD}"/>
          </ac:spMkLst>
        </pc:spChg>
        <pc:picChg chg="add mod modCrop">
          <ac:chgData name="Pedro Benetton" userId="S::pedro.benetton@lnls.br::3df8601a-f2a5-4a31-8399-a2aba3b054a6" providerId="AD" clId="Web-{49705F0E-1FC2-687A-21AF-4825E2F34364}" dt="2025-05-16T19:30:55.247" v="673"/>
          <ac:picMkLst>
            <pc:docMk/>
            <pc:sldMk cId="1298962643" sldId="283"/>
            <ac:picMk id="3" creationId="{FE44132F-562C-2FCB-A321-CFD141899959}"/>
          </ac:picMkLst>
        </pc:picChg>
        <pc:picChg chg="del">
          <ac:chgData name="Pedro Benetton" userId="S::pedro.benetton@lnls.br::3df8601a-f2a5-4a31-8399-a2aba3b054a6" providerId="AD" clId="Web-{49705F0E-1FC2-687A-21AF-4825E2F34364}" dt="2025-05-16T19:12:37.843" v="280"/>
          <ac:picMkLst>
            <pc:docMk/>
            <pc:sldMk cId="1298962643" sldId="283"/>
            <ac:picMk id="9" creationId="{A7781C52-BDD5-7F6B-84B6-CCB7EAE74929}"/>
          </ac:picMkLst>
        </pc:picChg>
      </pc:sldChg>
      <pc:sldChg chg="modSp add ord replId">
        <pc:chgData name="Pedro Benetton" userId="S::pedro.benetton@lnls.br::3df8601a-f2a5-4a31-8399-a2aba3b054a6" providerId="AD" clId="Web-{49705F0E-1FC2-687A-21AF-4825E2F34364}" dt="2025-05-16T19:45:57.158" v="908"/>
        <pc:sldMkLst>
          <pc:docMk/>
          <pc:sldMk cId="1311089774" sldId="284"/>
        </pc:sldMkLst>
        <pc:spChg chg="mod">
          <ac:chgData name="Pedro Benetton" userId="S::pedro.benetton@lnls.br::3df8601a-f2a5-4a31-8399-a2aba3b054a6" providerId="AD" clId="Web-{49705F0E-1FC2-687A-21AF-4825E2F34364}" dt="2025-05-16T19:12:56.031" v="283" actId="20577"/>
          <ac:spMkLst>
            <pc:docMk/>
            <pc:sldMk cId="1311089774" sldId="284"/>
            <ac:spMk id="2" creationId="{BB77026C-4950-88A6-17DA-4538A68B09BE}"/>
          </ac:spMkLst>
        </pc:spChg>
        <pc:spChg chg="mod">
          <ac:chgData name="Pedro Benetton" userId="S::pedro.benetton@lnls.br::3df8601a-f2a5-4a31-8399-a2aba3b054a6" providerId="AD" clId="Web-{49705F0E-1FC2-687A-21AF-4825E2F34364}" dt="2025-05-16T19:45:29.485" v="905" actId="20577"/>
          <ac:spMkLst>
            <pc:docMk/>
            <pc:sldMk cId="1311089774" sldId="284"/>
            <ac:spMk id="3" creationId="{7F0CECD5-B28D-7341-4694-0293F339775F}"/>
          </ac:spMkLst>
        </pc:spChg>
      </pc:sldChg>
      <pc:sldChg chg="addSp delSp modSp add ord replId">
        <pc:chgData name="Pedro Benetton" userId="S::pedro.benetton@lnls.br::3df8601a-f2a5-4a31-8399-a2aba3b054a6" providerId="AD" clId="Web-{49705F0E-1FC2-687A-21AF-4825E2F34364}" dt="2025-05-16T19:46:40.676" v="926" actId="20577"/>
        <pc:sldMkLst>
          <pc:docMk/>
          <pc:sldMk cId="2994192969" sldId="285"/>
        </pc:sldMkLst>
        <pc:spChg chg="mod">
          <ac:chgData name="Pedro Benetton" userId="S::pedro.benetton@lnls.br::3df8601a-f2a5-4a31-8399-a2aba3b054a6" providerId="AD" clId="Web-{49705F0E-1FC2-687A-21AF-4825E2F34364}" dt="2025-05-16T19:38:21.890" v="810" actId="20577"/>
          <ac:spMkLst>
            <pc:docMk/>
            <pc:sldMk cId="2994192969" sldId="285"/>
            <ac:spMk id="2" creationId="{336A3C3E-0177-41C7-3F4E-FED16FB2F76C}"/>
          </ac:spMkLst>
        </pc:spChg>
        <pc:spChg chg="mod">
          <ac:chgData name="Pedro Benetton" userId="S::pedro.benetton@lnls.br::3df8601a-f2a5-4a31-8399-a2aba3b054a6" providerId="AD" clId="Web-{49705F0E-1FC2-687A-21AF-4825E2F34364}" dt="2025-05-16T19:46:40.676" v="926" actId="20577"/>
          <ac:spMkLst>
            <pc:docMk/>
            <pc:sldMk cId="2994192969" sldId="285"/>
            <ac:spMk id="3" creationId="{8954EB3D-97F8-D4AE-488D-95F1A6062D11}"/>
          </ac:spMkLst>
        </pc:spChg>
        <pc:picChg chg="add del mod">
          <ac:chgData name="Pedro Benetton" userId="S::pedro.benetton@lnls.br::3df8601a-f2a5-4a31-8399-a2aba3b054a6" providerId="AD" clId="Web-{49705F0E-1FC2-687A-21AF-4825E2F34364}" dt="2025-05-16T19:35:19.601" v="709"/>
          <ac:picMkLst>
            <pc:docMk/>
            <pc:sldMk cId="2994192969" sldId="285"/>
            <ac:picMk id="4" creationId="{B78E7FEB-7C03-CC1F-6205-DE736B54E262}"/>
          </ac:picMkLst>
        </pc:picChg>
      </pc:sldChg>
      <pc:sldChg chg="modSp add ord replId">
        <pc:chgData name="Pedro Benetton" userId="S::pedro.benetton@lnls.br::3df8601a-f2a5-4a31-8399-a2aba3b054a6" providerId="AD" clId="Web-{49705F0E-1FC2-687A-21AF-4825E2F34364}" dt="2025-05-16T20:16:26.793" v="931" actId="1076"/>
        <pc:sldMkLst>
          <pc:docMk/>
          <pc:sldMk cId="208150690" sldId="286"/>
        </pc:sldMkLst>
        <pc:spChg chg="mod">
          <ac:chgData name="Pedro Benetton" userId="S::pedro.benetton@lnls.br::3df8601a-f2a5-4a31-8399-a2aba3b054a6" providerId="AD" clId="Web-{49705F0E-1FC2-687A-21AF-4825E2F34364}" dt="2025-05-16T19:43:41.153" v="878" actId="20577"/>
          <ac:spMkLst>
            <pc:docMk/>
            <pc:sldMk cId="208150690" sldId="286"/>
            <ac:spMk id="3" creationId="{9D60F330-5D32-CAFD-9D76-9BD9D7A59513}"/>
          </ac:spMkLst>
        </pc:spChg>
        <pc:picChg chg="mod">
          <ac:chgData name="Pedro Benetton" userId="S::pedro.benetton@lnls.br::3df8601a-f2a5-4a31-8399-a2aba3b054a6" providerId="AD" clId="Web-{49705F0E-1FC2-687A-21AF-4825E2F34364}" dt="2025-05-16T20:16:26.793" v="931" actId="1076"/>
          <ac:picMkLst>
            <pc:docMk/>
            <pc:sldMk cId="208150690" sldId="286"/>
            <ac:picMk id="4" creationId="{1AA0B360-6AC0-EA8C-2136-A717DF03B9F8}"/>
          </ac:picMkLst>
        </pc:picChg>
      </pc:sldChg>
    </pc:docChg>
  </pc:docChgLst>
  <pc:docChgLst>
    <pc:chgData name="Nicolas Guilhermo Silva Moliterno" userId="S::nicolas.moliterno@lnls.br::37ce11c0-b1f6-4e17-8a1f-dcc5661f7315" providerId="AD" clId="Web-{9A9B4D95-7EB5-DC18-F579-843E1180BBD4}"/>
    <pc:docChg chg="modSld">
      <pc:chgData name="Nicolas Guilhermo Silva Moliterno" userId="S::nicolas.moliterno@lnls.br::37ce11c0-b1f6-4e17-8a1f-dcc5661f7315" providerId="AD" clId="Web-{9A9B4D95-7EB5-DC18-F579-843E1180BBD4}" dt="2025-05-19T16:00:38.504" v="42" actId="20577"/>
      <pc:docMkLst>
        <pc:docMk/>
      </pc:docMkLst>
      <pc:sldChg chg="modSp">
        <pc:chgData name="Nicolas Guilhermo Silva Moliterno" userId="S::nicolas.moliterno@lnls.br::37ce11c0-b1f6-4e17-8a1f-dcc5661f7315" providerId="AD" clId="Web-{9A9B4D95-7EB5-DC18-F579-843E1180BBD4}" dt="2025-05-19T15:58:09.187" v="15" actId="20577"/>
        <pc:sldMkLst>
          <pc:docMk/>
          <pc:sldMk cId="1784012342" sldId="275"/>
        </pc:sldMkLst>
        <pc:spChg chg="mod">
          <ac:chgData name="Nicolas Guilhermo Silva Moliterno" userId="S::nicolas.moliterno@lnls.br::37ce11c0-b1f6-4e17-8a1f-dcc5661f7315" providerId="AD" clId="Web-{9A9B4D95-7EB5-DC18-F579-843E1180BBD4}" dt="2025-05-19T15:58:09.187" v="15" actId="20577"/>
          <ac:spMkLst>
            <pc:docMk/>
            <pc:sldMk cId="1784012342" sldId="275"/>
            <ac:spMk id="3" creationId="{139102BD-0D9E-44E9-16DE-B001956482C1}"/>
          </ac:spMkLst>
        </pc:spChg>
      </pc:sldChg>
      <pc:sldChg chg="modSp">
        <pc:chgData name="Nicolas Guilhermo Silva Moliterno" userId="S::nicolas.moliterno@lnls.br::37ce11c0-b1f6-4e17-8a1f-dcc5661f7315" providerId="AD" clId="Web-{9A9B4D95-7EB5-DC18-F579-843E1180BBD4}" dt="2025-05-19T16:00:38.504" v="42" actId="20577"/>
        <pc:sldMkLst>
          <pc:docMk/>
          <pc:sldMk cId="1647121091" sldId="278"/>
        </pc:sldMkLst>
        <pc:spChg chg="mod">
          <ac:chgData name="Nicolas Guilhermo Silva Moliterno" userId="S::nicolas.moliterno@lnls.br::37ce11c0-b1f6-4e17-8a1f-dcc5661f7315" providerId="AD" clId="Web-{9A9B4D95-7EB5-DC18-F579-843E1180BBD4}" dt="2025-05-19T16:00:38.504" v="42" actId="20577"/>
          <ac:spMkLst>
            <pc:docMk/>
            <pc:sldMk cId="1647121091" sldId="278"/>
            <ac:spMk id="3" creationId="{ABE529FD-5BA2-088D-9E81-45300EE9EDE5}"/>
          </ac:spMkLst>
        </pc:spChg>
      </pc:sldChg>
      <pc:sldChg chg="modSp">
        <pc:chgData name="Nicolas Guilhermo Silva Moliterno" userId="S::nicolas.moliterno@lnls.br::37ce11c0-b1f6-4e17-8a1f-dcc5661f7315" providerId="AD" clId="Web-{9A9B4D95-7EB5-DC18-F579-843E1180BBD4}" dt="2025-05-19T15:58:34.641" v="26" actId="20577"/>
        <pc:sldMkLst>
          <pc:docMk/>
          <pc:sldMk cId="1735726531" sldId="279"/>
        </pc:sldMkLst>
        <pc:spChg chg="mod">
          <ac:chgData name="Nicolas Guilhermo Silva Moliterno" userId="S::nicolas.moliterno@lnls.br::37ce11c0-b1f6-4e17-8a1f-dcc5661f7315" providerId="AD" clId="Web-{9A9B4D95-7EB5-DC18-F579-843E1180BBD4}" dt="2025-05-19T15:58:34.641" v="26" actId="20577"/>
          <ac:spMkLst>
            <pc:docMk/>
            <pc:sldMk cId="1735726531" sldId="279"/>
            <ac:spMk id="3" creationId="{B7CF1E2A-2F38-0F11-A7BC-98BADB507AE2}"/>
          </ac:spMkLst>
        </pc:spChg>
      </pc:sldChg>
      <pc:sldChg chg="modSp">
        <pc:chgData name="Nicolas Guilhermo Silva Moliterno" userId="S::nicolas.moliterno@lnls.br::37ce11c0-b1f6-4e17-8a1f-dcc5661f7315" providerId="AD" clId="Web-{9A9B4D95-7EB5-DC18-F579-843E1180BBD4}" dt="2025-05-19T16:00:22.034" v="34" actId="20577"/>
        <pc:sldMkLst>
          <pc:docMk/>
          <pc:sldMk cId="2994192969" sldId="285"/>
        </pc:sldMkLst>
        <pc:spChg chg="mod">
          <ac:chgData name="Nicolas Guilhermo Silva Moliterno" userId="S::nicolas.moliterno@lnls.br::37ce11c0-b1f6-4e17-8a1f-dcc5661f7315" providerId="AD" clId="Web-{9A9B4D95-7EB5-DC18-F579-843E1180BBD4}" dt="2025-05-19T16:00:22.034" v="34" actId="20577"/>
          <ac:spMkLst>
            <pc:docMk/>
            <pc:sldMk cId="2994192969" sldId="285"/>
            <ac:spMk id="3" creationId="{8954EB3D-97F8-D4AE-488D-95F1A6062D11}"/>
          </ac:spMkLst>
        </pc:spChg>
      </pc:sldChg>
    </pc:docChg>
  </pc:docChgLst>
  <pc:docChgLst>
    <pc:chgData name="Rafael Lyra" userId="S::rafael.lyra@lnls.br::6fbc18c4-5124-462f-945b-52d66a09b092" providerId="AD" clId="Web-{8AC7CCC0-059D-0D0C-A758-D172C91334D9}"/>
    <pc:docChg chg="modSld">
      <pc:chgData name="Rafael Lyra" userId="S::rafael.lyra@lnls.br::6fbc18c4-5124-462f-945b-52d66a09b092" providerId="AD" clId="Web-{8AC7CCC0-059D-0D0C-A758-D172C91334D9}" dt="2025-05-16T18:00:39.711" v="137" actId="20577"/>
      <pc:docMkLst>
        <pc:docMk/>
      </pc:docMkLst>
      <pc:sldChg chg="delSp modSp">
        <pc:chgData name="Rafael Lyra" userId="S::rafael.lyra@lnls.br::6fbc18c4-5124-462f-945b-52d66a09b092" providerId="AD" clId="Web-{8AC7CCC0-059D-0D0C-A758-D172C91334D9}" dt="2025-05-16T18:00:39.711" v="137" actId="20577"/>
        <pc:sldMkLst>
          <pc:docMk/>
          <pc:sldMk cId="1735726531" sldId="279"/>
        </pc:sldMkLst>
        <pc:spChg chg="del">
          <ac:chgData name="Rafael Lyra" userId="S::rafael.lyra@lnls.br::6fbc18c4-5124-462f-945b-52d66a09b092" providerId="AD" clId="Web-{8AC7CCC0-059D-0D0C-A758-D172C91334D9}" dt="2025-05-16T17:56:52.048" v="95"/>
          <ac:spMkLst>
            <pc:docMk/>
            <pc:sldMk cId="1735726531" sldId="279"/>
            <ac:spMk id="2" creationId="{A9BB335D-E508-FB74-B8E8-C592CBB273AF}"/>
          </ac:spMkLst>
        </pc:spChg>
        <pc:spChg chg="mod">
          <ac:chgData name="Rafael Lyra" userId="S::rafael.lyra@lnls.br::6fbc18c4-5124-462f-945b-52d66a09b092" providerId="AD" clId="Web-{8AC7CCC0-059D-0D0C-A758-D172C91334D9}" dt="2025-05-16T18:00:39.711" v="137" actId="20577"/>
          <ac:spMkLst>
            <pc:docMk/>
            <pc:sldMk cId="1735726531" sldId="279"/>
            <ac:spMk id="3" creationId="{B7CF1E2A-2F38-0F11-A7BC-98BADB507A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C4BB-7D7D-C28B-7336-667F2AC87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DD671-039F-89FE-7FF6-837D6D0C3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F5FD-9F3B-F42B-FC36-D58DA973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E07E4-BC92-C0F7-8FF1-AE257589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F5B5F-AB52-CEFF-81D6-410EB9EA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69064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970D-3377-423A-837D-CC2842AE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A42E-A7C6-6904-D3F0-42AF31ED5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B1591-F4EA-CE41-66B5-9F56AB62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8509C-4757-0A07-BF66-9F14CE9C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1C8C4-4054-9422-58D3-600698AB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79819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0CB2-E0BF-B55F-935A-881300D86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A352D-E537-E700-36E3-78A5F5C40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9F5B9-F0AF-8386-5009-8F8D9EE3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89DFE-697A-E073-892B-2A3CA06B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F4C0D-57A7-4F4B-6B03-259C525B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3436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C41D-D8BD-8E71-21F0-14D1C08D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F927-B833-12E2-BDA8-A6E8B5031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97A49-60D3-E084-562A-7FB02DBC4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BB038-A7AB-040E-276C-653E36EFA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7FE60-3BC4-C834-019E-27A539A4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E67A7-4ADB-9B15-6F2E-93B806D2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8490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5547-74B4-9FFF-6CC2-5E487473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7A473-6DD2-DF9B-F6A7-FCC137A79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BF526-5351-D593-E4AF-753E152E9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19503-B9C1-3984-773D-9827E5352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843DCC-97E3-B28D-000B-0E19E8CF5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25FE1-571E-6458-CCC0-AE096550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F76F95-EBBF-7BD1-067D-1DC32FF3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57766-923E-2FF4-7F84-DFA9CED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9333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CC4A-4F5F-EEF5-E5FB-13B71A6B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ACEA4-4848-CD02-F086-453273DD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F00E1-A68A-54D5-9C25-C71705C6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5B038-D52D-BD2B-6272-F54BD1A5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3000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ECF02-E737-AC3B-CBCE-FD70D8C3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0FE1E-56E3-CE13-208A-972F9E7C8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9AC0A-EA46-7E18-2126-7A176259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6274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87DA-3490-D430-8C89-C2A168F7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8777D-35FB-7A8C-98EB-3B9A9CF51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63F4E-CBFD-7E6F-EF9F-90D301BB9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501C2-A5EE-23F7-0C12-8C56EA914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833C8-A17C-3848-A499-0DC3360A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C7F7-126E-66D1-DF09-335B649B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82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432BF-42C5-519B-A9DE-E00120DA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738B8-A30D-659F-FFD1-3E3181675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7D748-60F2-3B84-DFE8-ADB70C746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A5D58-A173-448D-2BE3-F49C4AF6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EE5F6-7DCE-002A-A686-FE98ADAA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35F5F-2619-D9F8-6D43-D60A02B8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1444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91B7-DDAD-CC18-AD08-E36F2074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1C2DE-1BF2-1BA0-3518-F43E70C7C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41945-99B3-1E00-5A6C-35D0EE150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A3249-62A1-1B76-6762-6C51CF3A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CFB9A-4D8D-E8E5-A8AE-18E6FAEC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6558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F5A326-70F9-E56F-0DC7-E31CD8E05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50924-D69F-0780-BD19-7971236E4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ECC35-2725-5624-E6A7-C9565725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FDC49-4CBB-B955-A0A0-572FF64C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471F9-1EB1-8653-F21E-D212610D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0248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1B710-52C3-2CFB-7DCB-5C0C8120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E1D9B-9512-4758-B1F3-313E5BAAB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E04A9-B45A-7190-9168-2EC1BDC7D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D31D8-2F37-1343-8FF5-E02C918374B4}" type="datetimeFigureOut">
              <a:rPr lang="en-BR" smtClean="0"/>
              <a:t>05/19/2025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A4C85-DE37-4DB9-DBFD-D37DF23E1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5D4E-6CE9-FE0B-5980-FC6B720F1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84F5-F1B4-A141-919D-B78DF43460CF}" type="slidenum">
              <a:rPr lang="en-BR" smtClean="0"/>
              <a:t>‹nº›</a:t>
            </a:fld>
            <a:endParaRPr lang="en-BR"/>
          </a:p>
        </p:txBody>
      </p:sp>
      <p:pic>
        <p:nvPicPr>
          <p:cNvPr id="8" name="Imagem 3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849D7097-0A0F-2261-3B8B-DE2D63BC188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45645" y="6249430"/>
            <a:ext cx="2247900" cy="609600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DCFB0C86-A49F-E172-FB7A-46DB56B06A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6699" t="19247" r="53105" b="22643"/>
          <a:stretch/>
        </p:blipFill>
        <p:spPr>
          <a:xfrm>
            <a:off x="9371668" y="-37163"/>
            <a:ext cx="2746275" cy="92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7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  <a:lumOff val="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  <a:lumOff val="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5000"/>
              <a:lumOff val="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5000"/>
              <a:lumOff val="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5000"/>
              <a:lumOff val="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875479-88F7-DD5A-FD18-5B7C32150F26}"/>
              </a:ext>
            </a:extLst>
          </p:cNvPr>
          <p:cNvSpPr/>
          <p:nvPr/>
        </p:nvSpPr>
        <p:spPr>
          <a:xfrm>
            <a:off x="0" y="0"/>
            <a:ext cx="1041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4BE66-5776-094B-0FD4-4DDBDAA20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695" y="856451"/>
            <a:ext cx="6377609" cy="31680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b="1" err="1">
                <a:solidFill>
                  <a:srgbClr val="000000"/>
                </a:solidFill>
                <a:latin typeface="Lato"/>
                <a:ea typeface="Lato"/>
                <a:cs typeface="Calibri Light"/>
              </a:rPr>
              <a:t>MXCuBE</a:t>
            </a:r>
            <a:r>
              <a:rPr lang="en-US" sz="4000" b="1">
                <a:solidFill>
                  <a:srgbClr val="000000"/>
                </a:solidFill>
                <a:latin typeface="Lato"/>
                <a:ea typeface="Lato"/>
                <a:cs typeface="Calibri Light"/>
              </a:rPr>
              <a:t> at the Brazilian Synchrotron Light </a:t>
            </a:r>
            <a:endParaRPr lang="pt-BR" sz="4000" b="1">
              <a:latin typeface="Lato"/>
              <a:ea typeface="Lato"/>
              <a:cs typeface="Calibri Light"/>
            </a:endParaRPr>
          </a:p>
          <a:p>
            <a:r>
              <a:rPr lang="en-US" sz="4000" b="1">
                <a:solidFill>
                  <a:srgbClr val="000000"/>
                </a:solidFill>
                <a:latin typeface="Lato"/>
                <a:ea typeface="Lato"/>
                <a:cs typeface="Calibri Light"/>
              </a:rPr>
              <a:t>Laboratory – LNLS/Sirius </a:t>
            </a:r>
            <a:endParaRPr lang="en-US" sz="4000" b="1">
              <a:latin typeface="Lato"/>
              <a:ea typeface="Lato"/>
              <a:cs typeface="Calibri Light"/>
            </a:endParaRPr>
          </a:p>
          <a:p>
            <a:r>
              <a:rPr lang="en-US" sz="4000" b="1">
                <a:solidFill>
                  <a:srgbClr val="000000"/>
                </a:solidFill>
                <a:latin typeface="Lato"/>
                <a:ea typeface="Lato"/>
                <a:cs typeface="Calibri Light"/>
              </a:rPr>
              <a:t>Status Report</a:t>
            </a:r>
            <a:endParaRPr lang="en-US" sz="4000" b="1">
              <a:latin typeface="Lato"/>
              <a:ea typeface="Lato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F13A2-24FF-A658-37B9-B853398FE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694" y="4257943"/>
            <a:ext cx="6377609" cy="1139286"/>
          </a:xfrm>
        </p:spPr>
        <p:txBody>
          <a:bodyPr anchor="ctr">
            <a:normAutofit fontScale="85000" lnSpcReduction="10000"/>
          </a:bodyPr>
          <a:lstStyle/>
          <a:p>
            <a:pPr algn="l">
              <a:lnSpc>
                <a:spcPct val="70000"/>
              </a:lnSpc>
            </a:pPr>
            <a:r>
              <a:rPr lang="en-US">
                <a:solidFill>
                  <a:srgbClr val="0D0D0D"/>
                </a:solidFill>
                <a:latin typeface="Lato Light"/>
                <a:ea typeface="Lato Light"/>
                <a:cs typeface="Lato Light"/>
              </a:rPr>
              <a:t>Nicolas Guilhermo Silva Moliterno </a:t>
            </a:r>
          </a:p>
          <a:p>
            <a:pPr algn="l">
              <a:lnSpc>
                <a:spcPct val="70000"/>
              </a:lnSpc>
            </a:pPr>
            <a:r>
              <a:rPr lang="en-US">
                <a:solidFill>
                  <a:srgbClr val="0D0D0D"/>
                </a:solidFill>
                <a:latin typeface="Lato Light"/>
                <a:ea typeface="Lato Light"/>
                <a:cs typeface="Lato Light"/>
              </a:rPr>
              <a:t>Computing Platforms (COMP) </a:t>
            </a:r>
          </a:p>
          <a:p>
            <a:pPr algn="l"/>
            <a:r>
              <a:rPr lang="en-US" err="1">
                <a:solidFill>
                  <a:srgbClr val="0D0D0D"/>
                </a:solidFill>
                <a:latin typeface="Lato Light"/>
                <a:ea typeface="Lato Light"/>
                <a:cs typeface="Lato Light"/>
              </a:rPr>
              <a:t>MXCuBE</a:t>
            </a:r>
            <a:r>
              <a:rPr lang="en-US">
                <a:solidFill>
                  <a:srgbClr val="0D0D0D"/>
                </a:solidFill>
                <a:latin typeface="Lato Light"/>
                <a:ea typeface="Lato Light"/>
                <a:cs typeface="Lato Light"/>
              </a:rPr>
              <a:t> Meeting – DESY and EMBL, 20 May 2024 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E08874-4350-2DCE-FFAE-F75275637B85}"/>
              </a:ext>
            </a:extLst>
          </p:cNvPr>
          <p:cNvCxnSpPr>
            <a:cxnSpLocks/>
          </p:cNvCxnSpPr>
          <p:nvPr/>
        </p:nvCxnSpPr>
        <p:spPr>
          <a:xfrm>
            <a:off x="534504" y="4105543"/>
            <a:ext cx="2907196" cy="0"/>
          </a:xfrm>
          <a:prstGeom prst="line">
            <a:avLst/>
          </a:prstGeom>
          <a:ln w="19050">
            <a:solidFill>
              <a:srgbClr val="37F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51C5CA1-0283-A935-641C-E6A05A00B0F8}"/>
              </a:ext>
            </a:extLst>
          </p:cNvPr>
          <p:cNvSpPr/>
          <p:nvPr/>
        </p:nvSpPr>
        <p:spPr>
          <a:xfrm>
            <a:off x="10414000" y="0"/>
            <a:ext cx="1778000" cy="6858000"/>
          </a:xfrm>
          <a:prstGeom prst="rect">
            <a:avLst/>
          </a:prstGeom>
          <a:gradFill flip="none" rotWithShape="1">
            <a:gsLst>
              <a:gs pos="0">
                <a:srgbClr val="7800A9"/>
              </a:gs>
              <a:gs pos="100000">
                <a:srgbClr val="37FFB3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22" name="Picture 21" descr="A picture containing sky, outdoor, stadium, shore&#10;&#10;Description automatically generated">
            <a:extLst>
              <a:ext uri="{FF2B5EF4-FFF2-40B4-BE49-F238E27FC236}">
                <a16:creationId xmlns:a16="http://schemas.microsoft.com/office/drawing/2014/main" id="{40099326-886E-EE48-E250-381DDE6C33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21" t="323" r="19148" b="545"/>
          <a:stretch/>
        </p:blipFill>
        <p:spPr>
          <a:xfrm>
            <a:off x="6983894" y="577850"/>
            <a:ext cx="5208106" cy="5702300"/>
          </a:xfrm>
          <a:prstGeom prst="rect">
            <a:avLst/>
          </a:prstGeom>
          <a:effectLst>
            <a:outerShdw blurRad="475622" dist="164230" dir="2700000" algn="tl" rotWithShape="0">
              <a:prstClr val="black">
                <a:alpha val="52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EC8538-3B4E-4504-8806-A3A161A7A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637" y="5492673"/>
            <a:ext cx="4386048" cy="10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16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6A52E-B350-C618-EC86-388AE5F7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MXCuBE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status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9102BD-0D9E-44E9-16DE-B00195648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err="1">
                <a:latin typeface="Lato"/>
                <a:ea typeface="Lato"/>
                <a:cs typeface="Lato"/>
              </a:rPr>
              <a:t>Versions</a:t>
            </a:r>
            <a:r>
              <a:rPr lang="pt-BR">
                <a:latin typeface="Lato"/>
                <a:ea typeface="Lato"/>
                <a:cs typeface="Lato"/>
              </a:rPr>
              <a:t>: </a:t>
            </a:r>
            <a:r>
              <a:rPr lang="pt-BR" sz="2400" err="1">
                <a:latin typeface="Lato"/>
                <a:ea typeface="Lato"/>
                <a:cs typeface="Lato"/>
              </a:rPr>
              <a:t>Backend</a:t>
            </a:r>
            <a:r>
              <a:rPr lang="pt-BR" sz="2400">
                <a:latin typeface="Lato"/>
                <a:ea typeface="Lato"/>
                <a:cs typeface="Lato"/>
              </a:rPr>
              <a:t> | </a:t>
            </a:r>
            <a:r>
              <a:rPr lang="pt-BR" sz="2400" err="1">
                <a:latin typeface="Lato"/>
                <a:ea typeface="Lato"/>
                <a:cs typeface="Lato"/>
              </a:rPr>
              <a:t>Database</a:t>
            </a:r>
            <a:r>
              <a:rPr lang="pt-BR" sz="2400">
                <a:latin typeface="Lato"/>
                <a:ea typeface="Lato"/>
                <a:cs typeface="Lato"/>
              </a:rPr>
              <a:t> &amp; </a:t>
            </a:r>
            <a:r>
              <a:rPr lang="pt-BR" sz="2400" err="1">
                <a:latin typeface="Lato"/>
                <a:ea typeface="Lato"/>
                <a:cs typeface="Lato"/>
              </a:rPr>
              <a:t>Frontend</a:t>
            </a:r>
            <a:endParaRPr lang="pt-BR" sz="2400"/>
          </a:p>
          <a:p>
            <a:pPr marL="0" indent="0">
              <a:buNone/>
            </a:pPr>
            <a:endParaRPr lang="pt-BR">
              <a:latin typeface="Lato"/>
              <a:ea typeface="Lato"/>
              <a:cs typeface="Lato"/>
            </a:endParaRPr>
          </a:p>
          <a:p>
            <a:r>
              <a:rPr lang="pt-BR" err="1">
                <a:latin typeface="Lato"/>
                <a:ea typeface="Lato"/>
                <a:cs typeface="Lato"/>
              </a:rPr>
              <a:t>Production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Version</a:t>
            </a:r>
            <a:r>
              <a:rPr lang="pt-BR">
                <a:latin typeface="Lato"/>
                <a:ea typeface="Lato"/>
                <a:cs typeface="Lato"/>
              </a:rPr>
              <a:t>:</a:t>
            </a:r>
            <a:br>
              <a:rPr lang="pt-BR">
                <a:latin typeface="Lato"/>
                <a:ea typeface="Lato"/>
                <a:cs typeface="Lato"/>
              </a:rPr>
            </a:br>
            <a:r>
              <a:rPr lang="pt-BR" sz="2400">
                <a:latin typeface="Lato"/>
                <a:ea typeface="Lato"/>
                <a:cs typeface="Lato"/>
              </a:rPr>
              <a:t>Web MXCuBE3 - </a:t>
            </a:r>
            <a:r>
              <a:rPr lang="pt-BR" sz="2400" err="1">
                <a:latin typeface="Lato"/>
                <a:ea typeface="Lato"/>
                <a:cs typeface="Lato"/>
              </a:rPr>
              <a:t>Backend</a:t>
            </a:r>
            <a:r>
              <a:rPr lang="pt-BR" sz="2400">
                <a:latin typeface="Lato"/>
                <a:ea typeface="Lato"/>
                <a:cs typeface="Lato"/>
              </a:rPr>
              <a:t> </a:t>
            </a:r>
            <a:r>
              <a:rPr lang="pt-BR" sz="2400" err="1">
                <a:latin typeface="Lato"/>
                <a:ea typeface="Lato"/>
                <a:cs typeface="Lato"/>
              </a:rPr>
              <a:t>and</a:t>
            </a:r>
            <a:r>
              <a:rPr lang="pt-BR" sz="2400">
                <a:latin typeface="Lato"/>
                <a:ea typeface="Lato"/>
                <a:cs typeface="Lato"/>
              </a:rPr>
              <a:t> </a:t>
            </a:r>
            <a:r>
              <a:rPr lang="pt-BR" sz="2400" err="1">
                <a:latin typeface="Lato"/>
                <a:ea typeface="Lato"/>
                <a:cs typeface="Lato"/>
              </a:rPr>
              <a:t>Frontend</a:t>
            </a:r>
            <a:endParaRPr lang="pt-BR" sz="2400"/>
          </a:p>
          <a:p>
            <a:pPr marL="0" indent="0">
              <a:buNone/>
            </a:pPr>
            <a:endParaRPr lang="pt-BR">
              <a:latin typeface="Lato"/>
              <a:ea typeface="Lato"/>
              <a:cs typeface="Lato"/>
            </a:endParaRPr>
          </a:p>
          <a:p>
            <a:r>
              <a:rPr lang="pt-BR" err="1">
                <a:latin typeface="Lato"/>
                <a:ea typeface="Lato"/>
                <a:cs typeface="Lato"/>
              </a:rPr>
              <a:t>Development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Version</a:t>
            </a:r>
            <a:r>
              <a:rPr lang="pt-BR">
                <a:latin typeface="Lato"/>
                <a:ea typeface="Lato"/>
                <a:cs typeface="Lato"/>
              </a:rPr>
              <a:t>:</a:t>
            </a:r>
            <a:br>
              <a:rPr lang="pt-BR">
                <a:latin typeface="Lato"/>
                <a:ea typeface="Lato"/>
                <a:cs typeface="Lato"/>
              </a:rPr>
            </a:br>
            <a:r>
              <a:rPr lang="pt-BR" sz="2400">
                <a:latin typeface="Lato"/>
                <a:ea typeface="Lato"/>
                <a:cs typeface="Lato"/>
              </a:rPr>
              <a:t>Web MXCuBE3, Web MXCuBE4, </a:t>
            </a:r>
            <a:r>
              <a:rPr lang="pt-BR" sz="2400" err="1">
                <a:latin typeface="Lato"/>
                <a:ea typeface="Lato"/>
                <a:cs typeface="Lato"/>
              </a:rPr>
              <a:t>mxcubecore</a:t>
            </a:r>
            <a:endParaRPr lang="pt-BR" sz="2400"/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0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6A52E-B350-C618-EC86-388AE5F7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Developments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</a:t>
            </a:r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since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</a:t>
            </a:r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last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meeting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9102BD-0D9E-44E9-16DE-B00195648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>
              <a:latin typeface="Lato"/>
              <a:ea typeface="Lato"/>
              <a:cs typeface="Lato"/>
            </a:endParaRPr>
          </a:p>
          <a:p>
            <a:r>
              <a:rPr lang="en-GB" dirty="0">
                <a:latin typeface="Lato"/>
                <a:ea typeface="Lato"/>
                <a:cs typeface="Lato"/>
              </a:rPr>
              <a:t>Improving</a:t>
            </a:r>
            <a:r>
              <a:rPr lang="pt-BR" dirty="0">
                <a:latin typeface="Lato"/>
                <a:ea typeface="Lato"/>
                <a:cs typeface="Lato"/>
              </a:rPr>
              <a:t>: </a:t>
            </a:r>
            <a:r>
              <a:rPr lang="pt-BR" dirty="0" err="1">
                <a:latin typeface="Lato"/>
                <a:ea typeface="Lato"/>
                <a:cs typeface="Lato"/>
              </a:rPr>
              <a:t>LNLSCollect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Class</a:t>
            </a:r>
            <a:endParaRPr lang="pt-BR" dirty="0"/>
          </a:p>
          <a:p>
            <a:pPr lvl="1"/>
            <a:r>
              <a:rPr lang="en" sz="2800" dirty="0">
                <a:latin typeface="Lato"/>
                <a:ea typeface="Lato"/>
                <a:cs typeface="Lato"/>
              </a:rPr>
              <a:t>Creation and updating of the snapshot system before collections begin.</a:t>
            </a:r>
            <a:endParaRPr lang="pt-BR" sz="2800" dirty="0">
              <a:latin typeface="Lato"/>
              <a:ea typeface="Lato"/>
              <a:cs typeface="Lato"/>
            </a:endParaRPr>
          </a:p>
          <a:p>
            <a:pPr lvl="1"/>
            <a:r>
              <a:rPr lang="en" sz="2800" dirty="0">
                <a:latin typeface="Lato"/>
                <a:ea typeface="Lato"/>
                <a:cs typeface="Lato"/>
              </a:rPr>
              <a:t>Improvements in logs, error handling, and attempts to prevent scans from crashing.</a:t>
            </a:r>
            <a:endParaRPr lang="pt-BR" sz="2800" dirty="0">
              <a:latin typeface="Lato"/>
              <a:ea typeface="Lato"/>
              <a:cs typeface="Lato"/>
            </a:endParaRPr>
          </a:p>
          <a:p>
            <a:pPr lvl="1"/>
            <a:r>
              <a:rPr lang="en" sz="2800" dirty="0">
                <a:latin typeface="Lato"/>
                <a:ea typeface="Lato"/>
                <a:cs typeface="Lato"/>
              </a:rPr>
              <a:t>Debugging the acquisition loop.</a:t>
            </a:r>
          </a:p>
          <a:p>
            <a:pPr marL="457200" lvl="1" indent="0">
              <a:buNone/>
            </a:pPr>
            <a:endParaRPr lang="pt-BR">
              <a:latin typeface="Lato"/>
              <a:ea typeface="Lato"/>
              <a:cs typeface="Lato"/>
            </a:endParaRP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01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F1E2A-2F38-0F11-A7BC-98BADB507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535"/>
            <a:ext cx="10515600" cy="46284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 err="1">
                <a:latin typeface="Lato"/>
                <a:ea typeface="Lato"/>
                <a:cs typeface="Lato"/>
              </a:rPr>
              <a:t>BlueSky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with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MXCuBE</a:t>
            </a:r>
            <a:r>
              <a:rPr lang="pt-BR" dirty="0">
                <a:latin typeface="Lato"/>
                <a:ea typeface="Lato"/>
                <a:cs typeface="Lato"/>
              </a:rPr>
              <a:t> in LNLS:</a:t>
            </a:r>
            <a:endParaRPr lang="pt-BR" dirty="0"/>
          </a:p>
          <a:p>
            <a:pPr lvl="1"/>
            <a:r>
              <a:rPr lang="pt-BR" sz="2800" dirty="0">
                <a:latin typeface="Lato"/>
                <a:ea typeface="Lato"/>
                <a:cs typeface="Lato"/>
              </a:rPr>
              <a:t>Update </a:t>
            </a:r>
            <a:r>
              <a:rPr lang="pt-BR" sz="2800" dirty="0" err="1">
                <a:latin typeface="Lato"/>
                <a:ea typeface="Lato"/>
                <a:cs typeface="Lato"/>
              </a:rPr>
              <a:t>of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dirty="0" err="1">
                <a:latin typeface="Lato"/>
                <a:ea typeface="Lato"/>
                <a:cs typeface="Lato"/>
              </a:rPr>
              <a:t>the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dirty="0" err="1">
                <a:latin typeface="Lato"/>
                <a:ea typeface="Lato"/>
                <a:cs typeface="Lato"/>
              </a:rPr>
              <a:t>LNLSCollect</a:t>
            </a:r>
            <a:r>
              <a:rPr lang="pt-BR" sz="2800" dirty="0">
                <a:latin typeface="Lato"/>
                <a:ea typeface="Lato"/>
                <a:cs typeface="Lato"/>
              </a:rPr>
              <a:t> </a:t>
            </a:r>
            <a:r>
              <a:rPr lang="pt-BR" sz="2800" dirty="0" err="1">
                <a:latin typeface="Lato"/>
                <a:ea typeface="Lato"/>
                <a:cs typeface="Lato"/>
              </a:rPr>
              <a:t>class</a:t>
            </a:r>
            <a:r>
              <a:rPr lang="pt-BR" sz="2800" dirty="0">
                <a:latin typeface="Lato"/>
                <a:ea typeface="Lato"/>
                <a:cs typeface="Lato"/>
              </a:rPr>
              <a:t> for </a:t>
            </a:r>
            <a:r>
              <a:rPr lang="pt-BR" sz="2800" dirty="0" err="1">
                <a:latin typeface="Lato"/>
                <a:ea typeface="Lato"/>
                <a:cs typeface="Lato"/>
              </a:rPr>
              <a:t>using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dirty="0" err="1">
                <a:latin typeface="Lato"/>
                <a:ea typeface="Lato"/>
                <a:cs typeface="Lato"/>
              </a:rPr>
              <a:t>bluesky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dirty="0" err="1">
                <a:latin typeface="Lato"/>
                <a:ea typeface="Lato"/>
                <a:cs typeface="Lato"/>
              </a:rPr>
              <a:t>plans</a:t>
            </a:r>
            <a:r>
              <a:rPr lang="pt-BR" sz="2800" dirty="0">
                <a:latin typeface="Lato"/>
                <a:ea typeface="Lato"/>
                <a:cs typeface="Lato"/>
              </a:rPr>
              <a:t>.</a:t>
            </a:r>
          </a:p>
          <a:p>
            <a:pPr lvl="1"/>
            <a:endParaRPr lang="pt-BR" sz="2800" dirty="0">
              <a:latin typeface="Lato"/>
              <a:ea typeface="Lato"/>
              <a:cs typeface="Lato"/>
            </a:endParaRPr>
          </a:p>
          <a:p>
            <a:pPr lvl="1"/>
            <a:r>
              <a:rPr lang="pt-BR" sz="2800" err="1">
                <a:latin typeface="Lato"/>
                <a:ea typeface="Lato"/>
                <a:cs typeface="Lato"/>
              </a:rPr>
              <a:t>Integration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err="1">
                <a:latin typeface="Lato"/>
                <a:ea typeface="Lato"/>
                <a:cs typeface="Lato"/>
              </a:rPr>
              <a:t>of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err="1">
                <a:latin typeface="Lato"/>
                <a:ea typeface="Lato"/>
                <a:cs typeface="Lato"/>
              </a:rPr>
              <a:t>the</a:t>
            </a:r>
            <a:r>
              <a:rPr lang="pt-BR" sz="2800" dirty="0">
                <a:latin typeface="Lato"/>
                <a:ea typeface="Lato"/>
                <a:cs typeface="Lato"/>
              </a:rPr>
              <a:t> Http-server API for running </a:t>
            </a:r>
            <a:r>
              <a:rPr lang="pt-BR" sz="2800" err="1">
                <a:latin typeface="Lato"/>
                <a:ea typeface="Lato"/>
                <a:cs typeface="Lato"/>
              </a:rPr>
              <a:t>plans</a:t>
            </a:r>
            <a:r>
              <a:rPr lang="pt-BR" sz="2800" dirty="0">
                <a:latin typeface="Lato"/>
                <a:ea typeface="Lato"/>
                <a:cs typeface="Lato"/>
              </a:rPr>
              <a:t>.</a:t>
            </a:r>
          </a:p>
          <a:p>
            <a:pPr lvl="1"/>
            <a:endParaRPr lang="pt-BR" sz="2800" dirty="0">
              <a:latin typeface="Lato"/>
              <a:ea typeface="Lato"/>
              <a:cs typeface="Lato"/>
            </a:endParaRPr>
          </a:p>
          <a:p>
            <a:pPr lvl="1"/>
            <a:r>
              <a:rPr lang="pt-BR" sz="2800" err="1">
                <a:latin typeface="Lato"/>
                <a:ea typeface="Lato"/>
                <a:cs typeface="Lato"/>
              </a:rPr>
              <a:t>Integration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err="1">
                <a:latin typeface="Lato"/>
                <a:ea typeface="Lato"/>
                <a:cs typeface="Lato"/>
              </a:rPr>
              <a:t>with</a:t>
            </a:r>
            <a:r>
              <a:rPr lang="pt-BR" sz="2800" dirty="0">
                <a:latin typeface="Lato"/>
                <a:ea typeface="Lato"/>
                <a:cs typeface="Lato"/>
              </a:rPr>
              <a:t> a Kafka </a:t>
            </a:r>
            <a:r>
              <a:rPr lang="pt-BR" sz="2800" err="1">
                <a:latin typeface="Lato"/>
                <a:ea typeface="Lato"/>
                <a:cs typeface="Lato"/>
              </a:rPr>
              <a:t>instance</a:t>
            </a:r>
            <a:r>
              <a:rPr lang="pt-BR" sz="2800" dirty="0">
                <a:latin typeface="Lato"/>
                <a:ea typeface="Lato"/>
                <a:cs typeface="Lato"/>
              </a:rPr>
              <a:t> for </a:t>
            </a:r>
            <a:r>
              <a:rPr lang="pt-BR" sz="2800" err="1">
                <a:latin typeface="Lato"/>
                <a:ea typeface="Lato"/>
                <a:cs typeface="Lato"/>
              </a:rPr>
              <a:t>the</a:t>
            </a:r>
            <a:r>
              <a:rPr lang="pt-BR" sz="2800" dirty="0">
                <a:latin typeface="Lato"/>
                <a:ea typeface="Lato"/>
                <a:cs typeface="Lato"/>
              </a:rPr>
              <a:t> live </a:t>
            </a:r>
            <a:r>
              <a:rPr lang="pt-BR" sz="2800" err="1">
                <a:latin typeface="Lato"/>
                <a:ea typeface="Lato"/>
                <a:cs typeface="Lato"/>
              </a:rPr>
              <a:t>monitoring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err="1">
                <a:latin typeface="Lato"/>
                <a:ea typeface="Lato"/>
                <a:cs typeface="Lato"/>
              </a:rPr>
              <a:t>of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err="1">
                <a:latin typeface="Lato"/>
                <a:ea typeface="Lato"/>
                <a:cs typeface="Lato"/>
              </a:rPr>
              <a:t>the</a:t>
            </a:r>
            <a:r>
              <a:rPr lang="pt-BR" sz="2800" dirty="0">
                <a:latin typeface="Lato"/>
                <a:ea typeface="Lato"/>
                <a:cs typeface="Lato"/>
              </a:rPr>
              <a:t> </a:t>
            </a:r>
            <a:r>
              <a:rPr lang="pt-BR" sz="2800" err="1">
                <a:latin typeface="Lato"/>
                <a:ea typeface="Lato"/>
                <a:cs typeface="Lato"/>
              </a:rPr>
              <a:t>plans</a:t>
            </a:r>
            <a:r>
              <a:rPr lang="pt-BR" sz="2800" dirty="0">
                <a:latin typeface="Lato"/>
                <a:ea typeface="Lato"/>
                <a:cs typeface="Lato"/>
              </a:rPr>
              <a:t>.</a:t>
            </a:r>
            <a:endParaRPr lang="pt-BR" sz="2800" u="sng">
              <a:latin typeface="Lato"/>
              <a:ea typeface="Lato"/>
              <a:cs typeface="Lato"/>
            </a:endParaRPr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72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F34E9-4C8E-D00C-3937-FC0E39EF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E529FD-5BA2-088D-9E81-45300EE9E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pt-BR" dirty="0" err="1">
                <a:latin typeface="Lato"/>
                <a:ea typeface="Lato"/>
                <a:cs typeface="Lato"/>
              </a:rPr>
              <a:t>Updated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and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cleaned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up</a:t>
            </a:r>
            <a:r>
              <a:rPr lang="pt-BR" dirty="0">
                <a:latin typeface="Lato"/>
                <a:ea typeface="Lato"/>
                <a:cs typeface="Lato"/>
              </a:rPr>
              <a:t>:</a:t>
            </a:r>
            <a:endParaRPr lang="pt-BR" dirty="0"/>
          </a:p>
          <a:p>
            <a:pPr lvl="1">
              <a:lnSpc>
                <a:spcPct val="80000"/>
              </a:lnSpc>
            </a:pPr>
            <a:r>
              <a:rPr lang="pt-BR" sz="2800" dirty="0" err="1">
                <a:latin typeface="Lato"/>
                <a:ea typeface="Lato"/>
                <a:cs typeface="Lato"/>
              </a:rPr>
              <a:t>LNLSDetDistMotor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dirty="0" err="1">
                <a:latin typeface="Lato"/>
                <a:ea typeface="Lato"/>
                <a:cs typeface="Lato"/>
              </a:rPr>
              <a:t>Class</a:t>
            </a:r>
            <a:endParaRPr lang="pt-BR" sz="2800" dirty="0">
              <a:latin typeface="Lato"/>
              <a:ea typeface="Lato"/>
              <a:cs typeface="Lato"/>
            </a:endParaRPr>
          </a:p>
          <a:p>
            <a:pPr lvl="2">
              <a:lnSpc>
                <a:spcPct val="80000"/>
              </a:lnSpc>
            </a:pPr>
            <a:r>
              <a:rPr lang="pt-BR" sz="2800" dirty="0">
                <a:latin typeface="Lato"/>
                <a:ea typeface="Lato"/>
                <a:cs typeface="Lato"/>
              </a:rPr>
              <a:t>Update moves </a:t>
            </a:r>
            <a:r>
              <a:rPr lang="pt-BR" sz="2800" err="1">
                <a:latin typeface="Lato"/>
                <a:ea typeface="Lato"/>
                <a:cs typeface="Lato"/>
              </a:rPr>
              <a:t>with</a:t>
            </a:r>
            <a:r>
              <a:rPr lang="pt-BR" sz="2800" dirty="0">
                <a:latin typeface="Lato"/>
                <a:ea typeface="Lato"/>
                <a:cs typeface="Lato"/>
              </a:rPr>
              <a:t> granite.</a:t>
            </a:r>
          </a:p>
          <a:p>
            <a:pPr lvl="1">
              <a:lnSpc>
                <a:spcPct val="80000"/>
              </a:lnSpc>
            </a:pPr>
            <a:r>
              <a:rPr lang="pt-BR" sz="2800" dirty="0" err="1">
                <a:latin typeface="Lato"/>
                <a:ea typeface="Lato"/>
                <a:cs typeface="Lato"/>
              </a:rPr>
              <a:t>LNLSCollect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dirty="0" err="1">
                <a:latin typeface="Lato"/>
                <a:ea typeface="Lato"/>
                <a:cs typeface="Lato"/>
              </a:rPr>
              <a:t>Class</a:t>
            </a:r>
            <a:endParaRPr lang="pt-BR" sz="2800" dirty="0">
              <a:latin typeface="Lato"/>
              <a:ea typeface="Lato"/>
              <a:cs typeface="Lato"/>
            </a:endParaRPr>
          </a:p>
          <a:p>
            <a:pPr lvl="2">
              <a:lnSpc>
                <a:spcPct val="80000"/>
              </a:lnSpc>
            </a:pPr>
            <a:r>
              <a:rPr lang="en" sz="2800" dirty="0">
                <a:latin typeface="Lato"/>
                <a:ea typeface="Lato"/>
                <a:cs typeface="Lato"/>
              </a:rPr>
              <a:t>Snapshot procced before scan.</a:t>
            </a:r>
            <a:endParaRPr lang="pt-BR" sz="2800" dirty="0">
              <a:latin typeface="Lato"/>
              <a:ea typeface="Lato"/>
              <a:cs typeface="Lato"/>
            </a:endParaRPr>
          </a:p>
          <a:p>
            <a:pPr lvl="1">
              <a:lnSpc>
                <a:spcPct val="80000"/>
              </a:lnSpc>
            </a:pPr>
            <a:r>
              <a:rPr lang="pt-BR" sz="2800" err="1">
                <a:latin typeface="Lato"/>
                <a:ea typeface="Lato"/>
                <a:cs typeface="Lato"/>
              </a:rPr>
              <a:t>LNLSMachInfo</a:t>
            </a:r>
            <a:r>
              <a:rPr lang="pt-BR" sz="2800" dirty="0">
                <a:latin typeface="Lato"/>
                <a:ea typeface="Lato"/>
                <a:cs typeface="Lato"/>
              </a:rPr>
              <a:t> </a:t>
            </a:r>
            <a:r>
              <a:rPr lang="pt-BR" sz="2800" err="1">
                <a:latin typeface="Lato"/>
                <a:ea typeface="Lato"/>
                <a:cs typeface="Lato"/>
              </a:rPr>
              <a:t>Class</a:t>
            </a:r>
            <a:endParaRPr lang="pt-BR" sz="2800">
              <a:latin typeface="Lato"/>
              <a:ea typeface="Lato"/>
              <a:cs typeface="Lato"/>
            </a:endParaRPr>
          </a:p>
          <a:p>
            <a:pPr lvl="2">
              <a:lnSpc>
                <a:spcPct val="80000"/>
              </a:lnSpc>
            </a:pPr>
            <a:r>
              <a:rPr lang="en" sz="2800" dirty="0">
                <a:latin typeface="Lato"/>
                <a:ea typeface="Lato"/>
                <a:cs typeface="Lato"/>
              </a:rPr>
              <a:t>Update of XML files to reflect new machine configurations.</a:t>
            </a:r>
            <a:endParaRPr lang="pt-BR" sz="2800" dirty="0">
              <a:latin typeface="Lato"/>
              <a:ea typeface="Lato"/>
              <a:cs typeface="Lato"/>
            </a:endParaRPr>
          </a:p>
          <a:p>
            <a:pPr marL="914400" lvl="2" indent="0">
              <a:lnSpc>
                <a:spcPct val="80000"/>
              </a:lnSpc>
              <a:buNone/>
            </a:pPr>
            <a:endParaRPr lang="en" dirty="0">
              <a:latin typeface="Lato"/>
              <a:ea typeface="Lato"/>
              <a:cs typeface="Lato"/>
            </a:endParaRPr>
          </a:p>
          <a:p>
            <a:r>
              <a:rPr lang="en" dirty="0">
                <a:latin typeface="Lato"/>
                <a:ea typeface="Lato"/>
                <a:cs typeface="Lato"/>
              </a:rPr>
              <a:t>Tests, CI/CD and Code Quality</a:t>
            </a:r>
            <a:r>
              <a:rPr lang="pt-BR" dirty="0">
                <a:latin typeface="Lato"/>
                <a:ea typeface="Lato"/>
                <a:cs typeface="Lato"/>
              </a:rPr>
              <a:t>:</a:t>
            </a:r>
          </a:p>
          <a:p>
            <a:pPr lvl="1"/>
            <a:r>
              <a:rPr lang="en" sz="2800" dirty="0">
                <a:latin typeface="Lato"/>
                <a:ea typeface="Lato"/>
                <a:cs typeface="Lato"/>
              </a:rPr>
              <a:t>Integration with SonarQube and more jobs.</a:t>
            </a:r>
            <a:endParaRPr lang="pt-BR" sz="2800" dirty="0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4712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468B2-24A7-5161-9B64-10C7CC2A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A3C3E-0177-41C7-3F4E-FED16FB2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latin typeface="Lato"/>
                <a:ea typeface="Lato"/>
                <a:cs typeface="Lato"/>
              </a:rPr>
              <a:t>Parallel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Developments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54EB3D-97F8-D4AE-488D-95F1A606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 err="1">
                <a:latin typeface="Lato"/>
                <a:ea typeface="Lato"/>
                <a:cs typeface="Lato"/>
              </a:rPr>
              <a:t>An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automatic</a:t>
            </a:r>
            <a:r>
              <a:rPr lang="pt-BR" dirty="0">
                <a:latin typeface="Lato"/>
                <a:ea typeface="Lato"/>
                <a:cs typeface="Lato"/>
              </a:rPr>
              <a:t> pipeline for </a:t>
            </a:r>
            <a:r>
              <a:rPr lang="pt-BR" dirty="0" err="1">
                <a:latin typeface="Lato"/>
                <a:ea typeface="Lato"/>
                <a:cs typeface="Lato"/>
              </a:rPr>
              <a:t>multiple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crystals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experiments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has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been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implemented</a:t>
            </a:r>
            <a:r>
              <a:rPr lang="pt-BR" dirty="0">
                <a:latin typeface="Lato"/>
                <a:ea typeface="Lato"/>
                <a:cs typeface="Lato"/>
              </a:rPr>
              <a:t>. It uses XDS, CCP4 </a:t>
            </a:r>
            <a:r>
              <a:rPr lang="pt-BR" dirty="0" err="1">
                <a:latin typeface="Lato"/>
                <a:ea typeface="Lato"/>
                <a:cs typeface="Lato"/>
              </a:rPr>
              <a:t>and</a:t>
            </a:r>
            <a:r>
              <a:rPr lang="pt-BR" dirty="0">
                <a:latin typeface="Lato"/>
                <a:ea typeface="Lato"/>
                <a:cs typeface="Lato"/>
              </a:rPr>
              <a:t> Phenix.</a:t>
            </a:r>
            <a:endParaRPr lang="pt-BR" dirty="0"/>
          </a:p>
          <a:p>
            <a:r>
              <a:rPr lang="pt-BR" dirty="0" err="1">
                <a:latin typeface="Lato"/>
                <a:ea typeface="Lato"/>
                <a:cs typeface="Lato"/>
              </a:rPr>
              <a:t>An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automatic</a:t>
            </a:r>
            <a:r>
              <a:rPr lang="pt-BR" dirty="0">
                <a:latin typeface="Lato"/>
                <a:ea typeface="Lato"/>
                <a:cs typeface="Lato"/>
              </a:rPr>
              <a:t> pipeline for </a:t>
            </a:r>
            <a:r>
              <a:rPr lang="pt-BR" dirty="0" err="1">
                <a:latin typeface="Lato"/>
                <a:ea typeface="Lato"/>
                <a:cs typeface="Lato"/>
              </a:rPr>
              <a:t>synchrotron</a:t>
            </a:r>
            <a:r>
              <a:rPr lang="pt-BR" dirty="0">
                <a:latin typeface="Lato"/>
                <a:ea typeface="Lato"/>
                <a:cs typeface="Lato"/>
              </a:rPr>
              <a:t> serial </a:t>
            </a:r>
            <a:r>
              <a:rPr lang="pt-BR" dirty="0" err="1">
                <a:latin typeface="Lato"/>
                <a:ea typeface="Lato"/>
                <a:cs typeface="Lato"/>
              </a:rPr>
              <a:t>crystallography</a:t>
            </a:r>
            <a:r>
              <a:rPr lang="pt-BR" dirty="0">
                <a:latin typeface="Lato"/>
                <a:ea typeface="Lato"/>
                <a:cs typeface="Lato"/>
              </a:rPr>
              <a:t> (SSX) </a:t>
            </a:r>
            <a:r>
              <a:rPr lang="pt-BR" dirty="0" err="1">
                <a:latin typeface="Lato"/>
                <a:ea typeface="Lato"/>
                <a:cs typeface="Lato"/>
              </a:rPr>
              <a:t>is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under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development</a:t>
            </a:r>
            <a:r>
              <a:rPr lang="pt-BR" dirty="0">
                <a:latin typeface="Lato"/>
                <a:ea typeface="Lato"/>
                <a:cs typeface="Lato"/>
              </a:rPr>
              <a:t>. It uses </a:t>
            </a:r>
            <a:r>
              <a:rPr lang="pt-BR" dirty="0" err="1">
                <a:latin typeface="Lato"/>
                <a:ea typeface="Lato"/>
                <a:cs typeface="Lato"/>
              </a:rPr>
              <a:t>CrystFEL</a:t>
            </a:r>
            <a:r>
              <a:rPr lang="pt-BR" dirty="0">
                <a:latin typeface="Lato"/>
                <a:ea typeface="Lato"/>
                <a:cs typeface="Lato"/>
              </a:rPr>
              <a:t>.</a:t>
            </a:r>
          </a:p>
          <a:p>
            <a:r>
              <a:rPr lang="pt-BR" dirty="0">
                <a:latin typeface="Lato"/>
                <a:ea typeface="Lato"/>
                <a:cs typeface="Lato"/>
              </a:rPr>
              <a:t>A web </a:t>
            </a:r>
            <a:r>
              <a:rPr lang="pt-BR" dirty="0" err="1">
                <a:latin typeface="Lato"/>
                <a:ea typeface="Lato"/>
                <a:cs typeface="Lato"/>
              </a:rPr>
              <a:t>application</a:t>
            </a:r>
            <a:r>
              <a:rPr lang="pt-BR" dirty="0">
                <a:latin typeface="Lato"/>
                <a:ea typeface="Lato"/>
                <a:cs typeface="Lato"/>
              </a:rPr>
              <a:t> for data </a:t>
            </a:r>
            <a:r>
              <a:rPr lang="pt-BR" dirty="0" err="1">
                <a:latin typeface="Lato"/>
                <a:ea typeface="Lato"/>
                <a:cs typeface="Lato"/>
              </a:rPr>
              <a:t>processing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has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been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developed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and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deployed</a:t>
            </a:r>
            <a:r>
              <a:rPr lang="pt-BR" dirty="0">
                <a:latin typeface="Lato"/>
                <a:ea typeface="Lato"/>
                <a:cs typeface="Lato"/>
              </a:rPr>
              <a:t>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19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8D8A-4053-DBBF-ABC0-360B1D76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9D085-7AB6-B027-FDF4-4A3976501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latin typeface="Lato"/>
                <a:ea typeface="Lato"/>
                <a:cs typeface="Lato"/>
              </a:rPr>
              <a:t>Parallel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Developments</a:t>
            </a:r>
            <a:r>
              <a:rPr lang="pt-BR">
                <a:latin typeface="Lato"/>
                <a:ea typeface="Lato"/>
                <a:cs typeface="Lato"/>
              </a:rPr>
              <a:t> – Data </a:t>
            </a:r>
            <a:r>
              <a:rPr lang="pt-BR" err="1">
                <a:latin typeface="Lato"/>
                <a:ea typeface="Lato"/>
                <a:cs typeface="Lato"/>
              </a:rPr>
              <a:t>Processing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60F330-5D32-CAFD-9D76-9BD9D7A59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err="1">
                <a:latin typeface="Lato"/>
                <a:ea typeface="Lato"/>
                <a:cs typeface="Lato"/>
              </a:rPr>
              <a:t>MANACAutoproc</a:t>
            </a:r>
            <a:r>
              <a:rPr lang="pt-BR">
                <a:latin typeface="Lato"/>
                <a:ea typeface="Lato"/>
                <a:cs typeface="Lato"/>
              </a:rPr>
              <a:t> Web: web </a:t>
            </a:r>
            <a:r>
              <a:rPr lang="pt-BR" err="1">
                <a:latin typeface="Lato"/>
                <a:ea typeface="Lato"/>
                <a:cs typeface="Lato"/>
              </a:rPr>
              <a:t>application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where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users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can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access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and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process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their</a:t>
            </a:r>
            <a:r>
              <a:rPr lang="pt-BR">
                <a:latin typeface="Lato"/>
                <a:ea typeface="Lato"/>
                <a:cs typeface="Lato"/>
              </a:rPr>
              <a:t> data.</a:t>
            </a:r>
            <a:endParaRPr lang="pt-BR"/>
          </a:p>
          <a:p>
            <a:r>
              <a:rPr lang="pt-BR" err="1">
                <a:latin typeface="Lato"/>
                <a:ea typeface="Lato"/>
                <a:cs typeface="Lato"/>
              </a:rPr>
              <a:t>This</a:t>
            </a:r>
            <a:r>
              <a:rPr lang="pt-BR">
                <a:latin typeface="Lato"/>
                <a:ea typeface="Lato"/>
                <a:cs typeface="Lato"/>
              </a:rPr>
              <a:t> app </a:t>
            </a:r>
            <a:r>
              <a:rPr lang="pt-BR" err="1">
                <a:latin typeface="Lato"/>
                <a:ea typeface="Lato"/>
                <a:cs typeface="Lato"/>
              </a:rPr>
              <a:t>also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allows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the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users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to</a:t>
            </a:r>
            <a:r>
              <a:rPr lang="pt-BR">
                <a:latin typeface="Lato"/>
                <a:ea typeface="Lato"/>
                <a:cs typeface="Lato"/>
              </a:rPr>
              <a:t> visualize </a:t>
            </a:r>
            <a:r>
              <a:rPr lang="pt-BR" err="1">
                <a:latin typeface="Lato"/>
                <a:ea typeface="Lato"/>
                <a:cs typeface="Lato"/>
              </a:rPr>
              <a:t>their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diffraction</a:t>
            </a:r>
            <a:r>
              <a:rPr lang="pt-BR">
                <a:latin typeface="Lato"/>
                <a:ea typeface="Lato"/>
                <a:cs typeface="Lato"/>
              </a:rPr>
              <a:t> data </a:t>
            </a:r>
            <a:r>
              <a:rPr lang="pt-BR" err="1">
                <a:latin typeface="Lato"/>
                <a:ea typeface="Lato"/>
                <a:cs typeface="Lato"/>
              </a:rPr>
              <a:t>using</a:t>
            </a:r>
            <a:r>
              <a:rPr lang="pt-BR">
                <a:latin typeface="Lato"/>
                <a:ea typeface="Lato"/>
                <a:cs typeface="Lato"/>
              </a:rPr>
              <a:t> H5web </a:t>
            </a:r>
            <a:r>
              <a:rPr lang="pt-BR" err="1">
                <a:latin typeface="Lato"/>
                <a:ea typeface="Lato"/>
                <a:cs typeface="Lato"/>
              </a:rPr>
              <a:t>components</a:t>
            </a:r>
            <a:r>
              <a:rPr lang="pt-BR">
                <a:latin typeface="Lato"/>
                <a:ea typeface="Lato"/>
                <a:cs typeface="Lato"/>
              </a:rPr>
              <a:t>, as </a:t>
            </a:r>
            <a:r>
              <a:rPr lang="pt-BR" err="1">
                <a:latin typeface="Lato"/>
                <a:ea typeface="Lato"/>
                <a:cs typeface="Lato"/>
              </a:rPr>
              <a:t>well</a:t>
            </a:r>
            <a:r>
              <a:rPr lang="pt-BR">
                <a:latin typeface="Lato"/>
                <a:ea typeface="Lato"/>
                <a:cs typeface="Lato"/>
              </a:rPr>
              <a:t> as model </a:t>
            </a:r>
            <a:r>
              <a:rPr lang="pt-BR" err="1">
                <a:latin typeface="Lato"/>
                <a:ea typeface="Lato"/>
                <a:cs typeface="Lato"/>
              </a:rPr>
              <a:t>their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processed</a:t>
            </a:r>
            <a:r>
              <a:rPr lang="pt-BR">
                <a:latin typeface="Lato"/>
                <a:ea typeface="Lato"/>
                <a:cs typeface="Lato"/>
              </a:rPr>
              <a:t> data </a:t>
            </a:r>
            <a:r>
              <a:rPr lang="pt-BR" err="1">
                <a:latin typeface="Lato"/>
                <a:ea typeface="Lato"/>
                <a:cs typeface="Lato"/>
              </a:rPr>
              <a:t>with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Moorhen</a:t>
            </a:r>
            <a:r>
              <a:rPr lang="pt-BR">
                <a:latin typeface="Lato"/>
                <a:ea typeface="Lato"/>
                <a:cs typeface="Lato"/>
              </a:rPr>
              <a:t>.</a:t>
            </a:r>
          </a:p>
          <a:p>
            <a:pPr marL="0" indent="0">
              <a:buNone/>
            </a:pPr>
            <a:endParaRPr lang="pt-BR"/>
          </a:p>
          <a:p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AA0B360-6AC0-EA8C-2136-A717DF03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669" y="3723925"/>
            <a:ext cx="2729959" cy="297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A12E-6C28-4C55-2952-E2400E08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7D003-4904-22DE-2608-02932A09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latin typeface="Lato"/>
                <a:ea typeface="Lato"/>
                <a:cs typeface="Lato"/>
              </a:rPr>
              <a:t>Parallel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Developments</a:t>
            </a:r>
            <a:r>
              <a:rPr lang="pt-BR">
                <a:latin typeface="Lato"/>
                <a:ea typeface="Lato"/>
                <a:cs typeface="Lato"/>
              </a:rPr>
              <a:t> – </a:t>
            </a:r>
            <a:r>
              <a:rPr lang="pt-BR" err="1">
                <a:latin typeface="Lato"/>
                <a:ea typeface="Lato"/>
                <a:cs typeface="Lato"/>
              </a:rPr>
              <a:t>Image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Viewer</a:t>
            </a:r>
            <a:endParaRPr lang="pt-BR" err="1"/>
          </a:p>
        </p:txBody>
      </p:sp>
      <p:pic>
        <p:nvPicPr>
          <p:cNvPr id="9" name="Imagem 8" descr="Interface gráfica do usuário, Diagrama&#10;&#10;O conteúdo gerado por IA pode estar incorreto.">
            <a:extLst>
              <a:ext uri="{FF2B5EF4-FFF2-40B4-BE49-F238E27FC236}">
                <a16:creationId xmlns:a16="http://schemas.microsoft.com/office/drawing/2014/main" id="{193E81E3-9144-32CA-8A15-7DCA2E25B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74" y="1502813"/>
            <a:ext cx="9237907" cy="520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5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C4E3-3DC2-8A7F-74C0-9FE420664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0C878-FE09-2857-8FFA-C62B2507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latin typeface="Lato"/>
                <a:ea typeface="Lato"/>
                <a:cs typeface="Lato"/>
              </a:rPr>
              <a:t>Parallel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Developments</a:t>
            </a:r>
            <a:r>
              <a:rPr lang="pt-BR">
                <a:latin typeface="Lato"/>
                <a:ea typeface="Lato"/>
                <a:cs typeface="Lato"/>
              </a:rPr>
              <a:t> – </a:t>
            </a:r>
            <a:r>
              <a:rPr lang="pt-BR" err="1">
                <a:latin typeface="Lato"/>
                <a:ea typeface="Lato"/>
                <a:cs typeface="Lato"/>
              </a:rPr>
              <a:t>Image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Viewer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B15288-D549-52BA-ACC9-989055E4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err="1">
                <a:latin typeface="Lato"/>
                <a:ea typeface="Lato"/>
                <a:cs typeface="Lato"/>
              </a:rPr>
              <a:t>Used</a:t>
            </a:r>
            <a:r>
              <a:rPr lang="pt-BR">
                <a:latin typeface="Lato"/>
                <a:ea typeface="Lato"/>
                <a:cs typeface="Lato"/>
              </a:rPr>
              <a:t> for </a:t>
            </a:r>
            <a:r>
              <a:rPr lang="pt-BR" err="1">
                <a:latin typeface="Lato"/>
                <a:ea typeface="Lato"/>
                <a:cs typeface="Lato"/>
              </a:rPr>
              <a:t>visualizing</a:t>
            </a:r>
            <a:r>
              <a:rPr lang="pt-BR">
                <a:latin typeface="Lato"/>
                <a:ea typeface="Lato"/>
                <a:cs typeface="Lato"/>
              </a:rPr>
              <a:t> data </a:t>
            </a:r>
            <a:r>
              <a:rPr lang="pt-BR" err="1">
                <a:latin typeface="Lato"/>
                <a:ea typeface="Lato"/>
                <a:cs typeface="Lato"/>
              </a:rPr>
              <a:t>collected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at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the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beamline</a:t>
            </a:r>
            <a:r>
              <a:rPr lang="pt-BR">
                <a:latin typeface="Lato"/>
                <a:ea typeface="Lato"/>
                <a:cs typeface="Lato"/>
              </a:rPr>
              <a:t>.</a:t>
            </a:r>
            <a:endParaRPr lang="pt-BR" err="1"/>
          </a:p>
          <a:p>
            <a:r>
              <a:rPr lang="pt-BR">
                <a:latin typeface="Lato"/>
                <a:ea typeface="Lato"/>
                <a:cs typeface="Lato"/>
              </a:rPr>
              <a:t>Uses H5Web.</a:t>
            </a:r>
            <a:endParaRPr lang="pt-BR"/>
          </a:p>
          <a:p>
            <a:r>
              <a:rPr lang="pt-BR" err="1">
                <a:latin typeface="Lato"/>
                <a:ea typeface="Lato"/>
                <a:cs typeface="Lato"/>
              </a:rPr>
              <a:t>Insipired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by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Braggy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from</a:t>
            </a:r>
            <a:r>
              <a:rPr lang="pt-BR">
                <a:latin typeface="Lato"/>
                <a:ea typeface="Lato"/>
                <a:cs typeface="Lato"/>
              </a:rPr>
              <a:t> ESRF.</a:t>
            </a:r>
            <a:endParaRPr lang="pt-BR"/>
          </a:p>
          <a:p>
            <a:pPr marL="0" indent="0">
              <a:buNone/>
            </a:pPr>
            <a:endParaRPr lang="pt-BR"/>
          </a:p>
          <a:p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00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6A6A-31DB-0CA5-FC81-5D4EE4DE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EEBDC-4CCA-C29F-09B1-7C9ACEDC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latin typeface="Lato"/>
                <a:ea typeface="Lato"/>
                <a:cs typeface="Lato"/>
              </a:rPr>
              <a:t>Parallel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Developments</a:t>
            </a:r>
            <a:r>
              <a:rPr lang="pt-BR">
                <a:latin typeface="Lato"/>
                <a:ea typeface="Lato"/>
                <a:cs typeface="Lato"/>
              </a:rPr>
              <a:t> – </a:t>
            </a:r>
            <a:r>
              <a:rPr lang="pt-BR" err="1">
                <a:latin typeface="Lato"/>
                <a:ea typeface="Lato"/>
                <a:cs typeface="Lato"/>
              </a:rPr>
              <a:t>Moorhen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endParaRPr lang="pt-BR"/>
          </a:p>
        </p:txBody>
      </p:sp>
      <p:pic>
        <p:nvPicPr>
          <p:cNvPr id="3" name="Imagem 2" descr="Mapa&#10;&#10;O conteúdo gerado por IA pode estar incorreto.">
            <a:extLst>
              <a:ext uri="{FF2B5EF4-FFF2-40B4-BE49-F238E27FC236}">
                <a16:creationId xmlns:a16="http://schemas.microsoft.com/office/drawing/2014/main" id="{FE44132F-562C-2FCB-A321-CFD141899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" t="363" r="109" b="-181"/>
          <a:stretch>
            <a:fillRect/>
          </a:stretch>
        </p:blipFill>
        <p:spPr>
          <a:xfrm>
            <a:off x="834483" y="1527469"/>
            <a:ext cx="8514132" cy="511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6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C92D3-355A-D78A-B5AF-AC34F95B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7026C-4950-88A6-17DA-4538A68B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latin typeface="Lato"/>
                <a:ea typeface="Lato"/>
                <a:cs typeface="Lato"/>
              </a:rPr>
              <a:t>Parallel</a:t>
            </a:r>
            <a:r>
              <a:rPr lang="pt-BR">
                <a:latin typeface="Lato"/>
                <a:ea typeface="Lato"/>
                <a:cs typeface="Lato"/>
              </a:rPr>
              <a:t> </a:t>
            </a:r>
            <a:r>
              <a:rPr lang="pt-BR" err="1">
                <a:latin typeface="Lato"/>
                <a:ea typeface="Lato"/>
                <a:cs typeface="Lato"/>
              </a:rPr>
              <a:t>Developments</a:t>
            </a:r>
            <a:r>
              <a:rPr lang="pt-BR">
                <a:latin typeface="Lato"/>
                <a:ea typeface="Lato"/>
                <a:cs typeface="Lato"/>
              </a:rPr>
              <a:t> – </a:t>
            </a:r>
            <a:r>
              <a:rPr lang="pt-BR" err="1">
                <a:latin typeface="Lato"/>
                <a:ea typeface="Lato"/>
                <a:cs typeface="Lato"/>
              </a:rPr>
              <a:t>Moorhen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0CECD5-B28D-7341-4694-0293F339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 err="1">
                <a:latin typeface="Lato"/>
                <a:ea typeface="Lato"/>
                <a:cs typeface="Lato"/>
              </a:rPr>
              <a:t>Moorhen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is</a:t>
            </a:r>
            <a:r>
              <a:rPr lang="pt-BR" dirty="0">
                <a:latin typeface="Lato"/>
                <a:ea typeface="Lato"/>
                <a:cs typeface="Lato"/>
              </a:rPr>
              <a:t> a web </a:t>
            </a:r>
            <a:r>
              <a:rPr lang="pt-BR" dirty="0" err="1">
                <a:latin typeface="Lato"/>
                <a:ea typeface="Lato"/>
                <a:cs typeface="Lato"/>
              </a:rPr>
              <a:t>version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of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coot</a:t>
            </a:r>
            <a:r>
              <a:rPr lang="pt-BR" dirty="0">
                <a:latin typeface="Lato"/>
                <a:ea typeface="Lato"/>
                <a:cs typeface="Lato"/>
              </a:rPr>
              <a:t>, </a:t>
            </a:r>
            <a:r>
              <a:rPr lang="pt-BR" dirty="0" err="1">
                <a:latin typeface="Lato"/>
                <a:ea typeface="Lato"/>
                <a:cs typeface="Lato"/>
              </a:rPr>
              <a:t>created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by</a:t>
            </a:r>
            <a:r>
              <a:rPr lang="pt-BR" dirty="0">
                <a:latin typeface="Lato"/>
                <a:ea typeface="Lato"/>
                <a:cs typeface="Lato"/>
              </a:rPr>
              <a:t> a </a:t>
            </a:r>
            <a:r>
              <a:rPr lang="pt-BR" dirty="0" err="1">
                <a:latin typeface="Lato"/>
                <a:ea typeface="Lato"/>
                <a:cs typeface="Lato"/>
              </a:rPr>
              <a:t>team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of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developers</a:t>
            </a:r>
            <a:r>
              <a:rPr lang="pt-BR" dirty="0">
                <a:latin typeface="Lato"/>
                <a:ea typeface="Lato"/>
                <a:cs typeface="Lato"/>
              </a:rPr>
              <a:t> in </a:t>
            </a:r>
            <a:r>
              <a:rPr lang="pt-BR" dirty="0" err="1">
                <a:latin typeface="Lato"/>
                <a:ea typeface="Lato"/>
                <a:cs typeface="Lato"/>
              </a:rPr>
              <a:t>the</a:t>
            </a:r>
            <a:r>
              <a:rPr lang="pt-BR" dirty="0">
                <a:latin typeface="Lato"/>
                <a:ea typeface="Lato"/>
                <a:cs typeface="Lato"/>
              </a:rPr>
              <a:t> UK.</a:t>
            </a:r>
            <a:endParaRPr lang="pt-BR" dirty="0" err="1"/>
          </a:p>
          <a:p>
            <a:r>
              <a:rPr lang="pt-BR" dirty="0">
                <a:latin typeface="Lato"/>
                <a:ea typeface="Lato"/>
                <a:cs typeface="Lato"/>
              </a:rPr>
              <a:t>A local </a:t>
            </a:r>
            <a:r>
              <a:rPr lang="pt-BR" dirty="0" err="1">
                <a:latin typeface="Lato"/>
                <a:ea typeface="Lato"/>
                <a:cs typeface="Lato"/>
              </a:rPr>
              <a:t>instance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of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Moorhen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has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been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implemented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and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connected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to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our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database</a:t>
            </a:r>
            <a:r>
              <a:rPr lang="pt-BR" dirty="0">
                <a:latin typeface="Lato"/>
                <a:ea typeface="Lato"/>
                <a:cs typeface="Lato"/>
              </a:rPr>
              <a:t>.</a:t>
            </a:r>
            <a:endParaRPr lang="pt-BR" dirty="0"/>
          </a:p>
          <a:p>
            <a:r>
              <a:rPr lang="pt-BR" dirty="0" err="1">
                <a:latin typeface="Lato"/>
                <a:ea typeface="Lato"/>
                <a:cs typeface="Lato"/>
              </a:rPr>
              <a:t>Users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can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easily</a:t>
            </a:r>
            <a:r>
              <a:rPr lang="pt-BR" dirty="0">
                <a:latin typeface="Lato"/>
                <a:ea typeface="Lato"/>
                <a:cs typeface="Lato"/>
              </a:rPr>
              <a:t>  </a:t>
            </a:r>
            <a:r>
              <a:rPr lang="pt-BR" dirty="0" err="1">
                <a:latin typeface="Lato"/>
                <a:ea typeface="Lato"/>
                <a:cs typeface="Lato"/>
              </a:rPr>
              <a:t>access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and</a:t>
            </a:r>
            <a:r>
              <a:rPr lang="pt-BR" dirty="0">
                <a:latin typeface="Lato"/>
                <a:ea typeface="Lato"/>
                <a:cs typeface="Lato"/>
              </a:rPr>
              <a:t> model </a:t>
            </a:r>
            <a:r>
              <a:rPr lang="pt-BR" dirty="0" err="1">
                <a:latin typeface="Lato"/>
                <a:ea typeface="Lato"/>
                <a:cs typeface="Lato"/>
              </a:rPr>
              <a:t>the</a:t>
            </a:r>
            <a:r>
              <a:rPr lang="pt-BR" dirty="0">
                <a:latin typeface="Lato"/>
                <a:ea typeface="Lato"/>
                <a:cs typeface="Lato"/>
              </a:rPr>
              <a:t> data </a:t>
            </a:r>
            <a:r>
              <a:rPr lang="pt-BR" dirty="0" err="1">
                <a:latin typeface="Lato"/>
                <a:ea typeface="Lato"/>
                <a:cs typeface="Lato"/>
              </a:rPr>
              <a:t>that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has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been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processed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at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the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beamline</a:t>
            </a:r>
            <a:r>
              <a:rPr lang="pt-BR" dirty="0">
                <a:latin typeface="Lato"/>
                <a:ea typeface="Lato"/>
                <a:cs typeface="Lato"/>
              </a:rPr>
              <a:t>.</a:t>
            </a:r>
            <a:endParaRPr lang="pt-BR" dirty="0" err="1"/>
          </a:p>
          <a:p>
            <a:pPr marL="0" indent="0">
              <a:buNone/>
            </a:pPr>
            <a:endParaRPr lang="pt-BR"/>
          </a:p>
          <a:p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089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29830-0CA7-75BA-5F12-1846920C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Plans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for </a:t>
            </a:r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the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</a:t>
            </a:r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next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</a:t>
            </a:r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six</a:t>
            </a:r>
            <a:r>
              <a:rPr lang="pt-BR">
                <a:solidFill>
                  <a:srgbClr val="0D0D0D"/>
                </a:solidFill>
                <a:latin typeface="Lato"/>
                <a:ea typeface="Lato"/>
                <a:cs typeface="Lato"/>
              </a:rPr>
              <a:t> </a:t>
            </a:r>
            <a:r>
              <a:rPr lang="pt-BR" err="1">
                <a:solidFill>
                  <a:srgbClr val="0D0D0D"/>
                </a:solidFill>
                <a:latin typeface="Lato"/>
                <a:ea typeface="Lato"/>
                <a:cs typeface="Lato"/>
              </a:rPr>
              <a:t>months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09ACA8-EA7E-91AA-DAC9-4D7DA4A6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" dirty="0">
                <a:latin typeface="Lato"/>
                <a:ea typeface="Lato"/>
                <a:cs typeface="Lato"/>
              </a:rPr>
              <a:t>Update of </a:t>
            </a:r>
            <a:r>
              <a:rPr lang="en" dirty="0" err="1">
                <a:latin typeface="Lato"/>
                <a:ea typeface="Lato"/>
                <a:cs typeface="Lato"/>
              </a:rPr>
              <a:t>LNLSCollect</a:t>
            </a:r>
            <a:r>
              <a:rPr lang="en" dirty="0">
                <a:latin typeface="Lato"/>
                <a:ea typeface="Lato"/>
                <a:cs typeface="Lato"/>
              </a:rPr>
              <a:t> and complete integration with Bluesky. </a:t>
            </a:r>
            <a:endParaRPr lang="pt-BR" dirty="0" err="1">
              <a:latin typeface="Lato"/>
              <a:ea typeface="Lato"/>
              <a:cs typeface="Lato"/>
            </a:endParaRPr>
          </a:p>
          <a:p>
            <a:pPr marL="0" indent="0">
              <a:buNone/>
            </a:pPr>
            <a:endParaRPr lang="pt-BR">
              <a:latin typeface="Lato"/>
              <a:ea typeface="Lato"/>
              <a:cs typeface="Lato"/>
            </a:endParaRPr>
          </a:p>
          <a:p>
            <a:r>
              <a:rPr lang="pt-BR" dirty="0" err="1">
                <a:latin typeface="Lato"/>
                <a:ea typeface="Lato"/>
                <a:cs typeface="Lato"/>
              </a:rPr>
              <a:t>Integrate</a:t>
            </a:r>
            <a:r>
              <a:rPr lang="pt-BR" dirty="0">
                <a:latin typeface="Lato"/>
                <a:ea typeface="Lato"/>
                <a:cs typeface="Lato"/>
              </a:rPr>
              <a:t> new </a:t>
            </a:r>
            <a:r>
              <a:rPr lang="pt-BR" dirty="0" err="1">
                <a:latin typeface="Lato"/>
                <a:ea typeface="Lato"/>
                <a:cs typeface="Lato"/>
              </a:rPr>
              <a:t>equipments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and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scans</a:t>
            </a:r>
            <a:r>
              <a:rPr lang="pt-BR" dirty="0">
                <a:latin typeface="Lato"/>
                <a:ea typeface="Lato"/>
                <a:cs typeface="Lato"/>
              </a:rPr>
              <a:t>, </a:t>
            </a:r>
            <a:r>
              <a:rPr lang="pt-BR" dirty="0" err="1">
                <a:latin typeface="Lato"/>
                <a:ea typeface="Lato"/>
                <a:cs typeface="Lato"/>
              </a:rPr>
              <a:t>refactor</a:t>
            </a:r>
            <a:r>
              <a:rPr lang="pt-BR" dirty="0">
                <a:latin typeface="Lato"/>
                <a:ea typeface="Lato"/>
                <a:cs typeface="Lato"/>
              </a:rPr>
              <a:t> LNLS files.</a:t>
            </a:r>
          </a:p>
          <a:p>
            <a:pPr marL="0" indent="0">
              <a:buNone/>
            </a:pPr>
            <a:endParaRPr lang="pt-BR">
              <a:latin typeface="Lato"/>
              <a:ea typeface="Lato"/>
              <a:cs typeface="Lato"/>
            </a:endParaRPr>
          </a:p>
          <a:p>
            <a:r>
              <a:rPr lang="pt-BR" dirty="0">
                <a:latin typeface="Lato"/>
                <a:ea typeface="Lato"/>
                <a:cs typeface="Lato"/>
              </a:rPr>
              <a:t>Test </a:t>
            </a:r>
            <a:r>
              <a:rPr lang="pt-BR" dirty="0" err="1">
                <a:latin typeface="Lato"/>
                <a:ea typeface="Lato"/>
                <a:cs typeface="Lato"/>
              </a:rPr>
              <a:t>MXCuBE</a:t>
            </a:r>
            <a:r>
              <a:rPr lang="pt-BR" dirty="0">
                <a:latin typeface="Lato"/>
                <a:ea typeface="Lato"/>
                <a:cs typeface="Lato"/>
              </a:rPr>
              <a:t> 4/5 </a:t>
            </a:r>
            <a:r>
              <a:rPr lang="pt-BR" dirty="0" err="1">
                <a:latin typeface="Lato"/>
                <a:ea typeface="Lato"/>
                <a:cs typeface="Lato"/>
              </a:rPr>
              <a:t>with</a:t>
            </a:r>
            <a:r>
              <a:rPr lang="pt-BR" dirty="0">
                <a:latin typeface="Lato"/>
                <a:ea typeface="Lato"/>
                <a:cs typeface="Lato"/>
              </a:rPr>
              <a:t> new </a:t>
            </a:r>
            <a:r>
              <a:rPr lang="pt-BR" dirty="0" err="1">
                <a:latin typeface="Lato"/>
                <a:ea typeface="Lato"/>
                <a:cs typeface="Lato"/>
              </a:rPr>
              <a:t>scan</a:t>
            </a:r>
            <a:r>
              <a:rPr lang="pt-BR" dirty="0">
                <a:latin typeface="Lato"/>
                <a:ea typeface="Lato"/>
                <a:cs typeface="Lato"/>
              </a:rPr>
              <a:t> </a:t>
            </a:r>
            <a:r>
              <a:rPr lang="pt-BR" dirty="0" err="1">
                <a:latin typeface="Lato"/>
                <a:ea typeface="Lato"/>
                <a:cs typeface="Lato"/>
              </a:rPr>
              <a:t>routines</a:t>
            </a:r>
            <a:r>
              <a:rPr lang="pt-BR" dirty="0">
                <a:latin typeface="Lato"/>
                <a:ea typeface="Lato"/>
                <a:cs typeface="Lato"/>
              </a:rPr>
              <a:t>.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76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A3BC23-75F6-7FD0-7019-D6429BB7C3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6" name="Picture 15" descr="Background pattern&#10;&#10;Description automatically generated">
            <a:extLst>
              <a:ext uri="{FF2B5EF4-FFF2-40B4-BE49-F238E27FC236}">
                <a16:creationId xmlns:a16="http://schemas.microsoft.com/office/drawing/2014/main" id="{26662CCF-F648-F034-FCCF-C7B89EE054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06A5F14-A236-0538-3033-7F818F0A08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7800A9">
                  <a:alpha val="55000"/>
                </a:srgbClr>
              </a:gs>
              <a:gs pos="100000">
                <a:srgbClr val="37FFB3">
                  <a:shade val="100000"/>
                  <a:satMod val="115000"/>
                  <a:alpha val="971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5FAE8-C380-E269-C8B1-C9B7E7510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687" y="4873730"/>
            <a:ext cx="7770145" cy="1803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B1D4FD-E9F0-8210-85F1-EE68A2633147}"/>
              </a:ext>
            </a:extLst>
          </p:cNvPr>
          <p:cNvSpPr txBox="1"/>
          <p:nvPr/>
        </p:nvSpPr>
        <p:spPr>
          <a:xfrm>
            <a:off x="711199" y="5775231"/>
            <a:ext cx="2730501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fr-FR" sz="2800" b="1" err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cnpem.br</a:t>
            </a:r>
            <a:endParaRPr lang="fr-FR" sz="2800" b="1">
              <a:solidFill>
                <a:srgbClr val="4336F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0D9DF-E511-7887-0818-C99318D637BB}"/>
              </a:ext>
            </a:extLst>
          </p:cNvPr>
          <p:cNvSpPr txBox="1"/>
          <p:nvPr/>
        </p:nvSpPr>
        <p:spPr>
          <a:xfrm>
            <a:off x="708395" y="1728945"/>
            <a:ext cx="4943355" cy="7386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fr-FR" sz="2400" b="1">
                <a:solidFill>
                  <a:schemeClr val="bg1"/>
                </a:solidFill>
                <a:latin typeface="Lato"/>
                <a:ea typeface="Lato"/>
                <a:cs typeface="Lato"/>
              </a:rPr>
              <a:t>Nicolas </a:t>
            </a:r>
            <a:r>
              <a:rPr lang="fr-FR" sz="2400" b="1" err="1">
                <a:solidFill>
                  <a:schemeClr val="bg1"/>
                </a:solidFill>
                <a:latin typeface="Lato"/>
                <a:ea typeface="Lato"/>
                <a:cs typeface="Lato"/>
              </a:rPr>
              <a:t>Guilhermo</a:t>
            </a:r>
            <a:r>
              <a:rPr lang="fr-FR" sz="2400" b="1">
                <a:solidFill>
                  <a:schemeClr val="bg1"/>
                </a:solidFill>
                <a:latin typeface="Lato"/>
                <a:ea typeface="Lato"/>
                <a:cs typeface="Lato"/>
              </a:rPr>
              <a:t> Silva </a:t>
            </a:r>
            <a:r>
              <a:rPr lang="fr-FR" sz="2400" b="1" err="1">
                <a:solidFill>
                  <a:schemeClr val="bg1"/>
                </a:solidFill>
                <a:latin typeface="Lato"/>
                <a:ea typeface="Lato"/>
                <a:cs typeface="Lato"/>
              </a:rPr>
              <a:t>Moliterno</a:t>
            </a:r>
            <a:endParaRPr lang="fr-FR" sz="2400" b="1" err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2400" u="sng">
                <a:solidFill>
                  <a:schemeClr val="bg1"/>
                </a:solidFill>
                <a:latin typeface="Lato"/>
                <a:ea typeface="Lato"/>
                <a:cs typeface="Lato"/>
              </a:rPr>
              <a:t>nicolas.moliterno@lnls.br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C753B-8351-DCEF-5334-D5251E6F2152}"/>
              </a:ext>
            </a:extLst>
          </p:cNvPr>
          <p:cNvSpPr txBox="1"/>
          <p:nvPr/>
        </p:nvSpPr>
        <p:spPr>
          <a:xfrm>
            <a:off x="698499" y="362062"/>
            <a:ext cx="4121979" cy="7386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fr-FR" sz="4800" b="1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Thank</a:t>
            </a:r>
            <a:r>
              <a:rPr lang="fr-FR"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4800" b="1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</a:t>
            </a:r>
            <a:endParaRPr lang="fr-FR" sz="4800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A82F8E-5489-783A-011D-8A10137DD56C}"/>
              </a:ext>
            </a:extLst>
          </p:cNvPr>
          <p:cNvCxnSpPr>
            <a:cxnSpLocks/>
          </p:cNvCxnSpPr>
          <p:nvPr/>
        </p:nvCxnSpPr>
        <p:spPr>
          <a:xfrm>
            <a:off x="534504" y="1253126"/>
            <a:ext cx="2907196" cy="0"/>
          </a:xfrm>
          <a:prstGeom prst="line">
            <a:avLst/>
          </a:prstGeom>
          <a:ln w="19050">
            <a:solidFill>
              <a:srgbClr val="37F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FCCE3675-936A-F6EE-56F6-1527809AD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45" y="3223963"/>
            <a:ext cx="2182120" cy="21821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072B5E-0839-2535-1B6A-5C23B18A2E42}"/>
              </a:ext>
            </a:extLst>
          </p:cNvPr>
          <p:cNvSpPr txBox="1"/>
          <p:nvPr/>
        </p:nvSpPr>
        <p:spPr>
          <a:xfrm>
            <a:off x="2958928" y="4037443"/>
            <a:ext cx="2500173" cy="123110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fr-FR" sz="2000" err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</a:t>
            </a:r>
            <a:r>
              <a:rPr lang="fr-FR" sz="2000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up to </a:t>
            </a:r>
            <a:r>
              <a:rPr lang="fr-FR" sz="2000" err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receive</a:t>
            </a:r>
            <a:r>
              <a:rPr lang="fr-FR" sz="2000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newsletters</a:t>
            </a:r>
            <a:br>
              <a:rPr lang="fr-FR" sz="2000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fr-FR" sz="2000" b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about CNPEM</a:t>
            </a:r>
            <a:br>
              <a:rPr lang="fr-FR" sz="2000" b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fr-FR" sz="2000" b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 </a:t>
            </a:r>
            <a:r>
              <a:rPr lang="fr-FR" sz="2000" b="1" err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its</a:t>
            </a:r>
            <a:r>
              <a:rPr lang="fr-FR" sz="2000" b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000" b="1" err="1">
                <a:solidFill>
                  <a:srgbClr val="4336F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units</a:t>
            </a:r>
            <a:endParaRPr lang="fr-FR" sz="2000">
              <a:solidFill>
                <a:srgbClr val="4336F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237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7D81E479E36547979D5EBF3FE62307" ma:contentTypeVersion="18" ma:contentTypeDescription="Create a new document." ma:contentTypeScope="" ma:versionID="62196e85c581b25d86beb908a725d381">
  <xsd:schema xmlns:xsd="http://www.w3.org/2001/XMLSchema" xmlns:xs="http://www.w3.org/2001/XMLSchema" xmlns:p="http://schemas.microsoft.com/office/2006/metadata/properties" xmlns:ns2="d6100dad-649b-4964-9306-f65e4a372786" xmlns:ns3="d6668bb5-1c0c-4fc9-8f5c-1587692f4968" targetNamespace="http://schemas.microsoft.com/office/2006/metadata/properties" ma:root="true" ma:fieldsID="ad94f8a7e738396f02b30d6a27d42752" ns2:_="" ns3:_="">
    <xsd:import namespace="d6100dad-649b-4964-9306-f65e4a372786"/>
    <xsd:import namespace="d6668bb5-1c0c-4fc9-8f5c-1587692f49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100dad-649b-4964-9306-f65e4a37278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0ba0756-fb86-4407-8864-dd4a326f7eed}" ma:internalName="TaxCatchAll" ma:showField="CatchAllData" ma:web="d6100dad-649b-4964-9306-f65e4a3727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68bb5-1c0c-4fc9-8f5c-1587692f49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9107bda-5398-40d8-849a-0587795007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6100dad-649b-4964-9306-f65e4a372786" xsi:nil="true"/>
    <lcf76f155ced4ddcb4097134ff3c332f xmlns="d6668bb5-1c0c-4fc9-8f5c-1587692f496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55A19CF-1D61-4333-B731-3DE2A74576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B80798-76C3-4EAE-A81B-E15B89E5C725}">
  <ds:schemaRefs>
    <ds:schemaRef ds:uri="d6100dad-649b-4964-9306-f65e4a372786"/>
    <ds:schemaRef ds:uri="d6668bb5-1c0c-4fc9-8f5c-1587692f496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5A35B52-E3D7-4D53-B50B-E5C11FFC3B79}">
  <ds:schemaRefs>
    <ds:schemaRef ds:uri="d6100dad-649b-4964-9306-f65e4a372786"/>
    <ds:schemaRef ds:uri="d6668bb5-1c0c-4fc9-8f5c-1587692f4968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MXCuBE at the Brazilian Synchrotron Light  Laboratory – LNLS/Sirius  Status Report</vt:lpstr>
      <vt:lpstr>MXCuBE status</vt:lpstr>
      <vt:lpstr>Developments since last meeting</vt:lpstr>
      <vt:lpstr>Apresentação do PowerPoint</vt:lpstr>
      <vt:lpstr>Apresentação do PowerPoint</vt:lpstr>
      <vt:lpstr>Parallel Developments </vt:lpstr>
      <vt:lpstr>Parallel Developments – Data Processing </vt:lpstr>
      <vt:lpstr>Parallel Developments – Image Viewer</vt:lpstr>
      <vt:lpstr>Parallel Developments – Image Viewer</vt:lpstr>
      <vt:lpstr>Parallel Developments – Moorhen </vt:lpstr>
      <vt:lpstr>Parallel Developments – Moorhen</vt:lpstr>
      <vt:lpstr>Plans for the next six months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CONSECTETUER ADIPISCING ELIT</dc:title>
  <dc:creator>Amanda Kokol Coltro</dc:creator>
  <cp:revision>40</cp:revision>
  <dcterms:created xsi:type="dcterms:W3CDTF">2023-01-13T12:24:27Z</dcterms:created>
  <dcterms:modified xsi:type="dcterms:W3CDTF">2025-05-19T16:01:05Z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0x010100337D81E479E36547979D5EBF3FE62307</vt:lpwstr>
  </property>
  <property fmtid="{D5CDD505-2E9C-101B-9397-08002B2CF9AE}" pid="3" name="MediaServiceImageTags">
    <vt:lpwstr/>
  </property>
</Properties>
</file>